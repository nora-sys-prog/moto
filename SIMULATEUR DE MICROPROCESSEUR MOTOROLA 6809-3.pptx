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10287000" cx="18288000"/>
  <p:notesSz cx="6858000" cy="9144000"/>
  <p:embeddedFontLst>
    <p:embeddedFont>
      <p:font typeface="Roboto"/>
      <p:regular r:id="rId21"/>
      <p:bold r:id="rId22"/>
      <p:italic r:id="rId23"/>
      <p:boldItalic r:id="rId24"/>
    </p:embeddedFont>
    <p:embeddedFont>
      <p:font typeface="Montserrat"/>
      <p:regular r:id="rId25"/>
      <p:bold r:id="rId26"/>
      <p:italic r:id="rId27"/>
      <p:boldItalic r:id="rId28"/>
    </p:embeddedFont>
    <p:embeddedFont>
      <p:font typeface="Fira Code"/>
      <p:regular r:id="rId29"/>
      <p:bold r:id="rId30"/>
    </p:embeddedFont>
    <p:embeddedFont>
      <p:font typeface="Roboto Mono"/>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33E8B19-211B-48A8-BC73-4EC101901031}">
  <a:tblStyle styleId="{F33E8B19-211B-48A8-BC73-4EC10190103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oboto-bold.fntdata"/><Relationship Id="rId21" Type="http://schemas.openxmlformats.org/officeDocument/2006/relationships/font" Target="fonts/Roboto-regular.fntdata"/><Relationship Id="rId24" Type="http://schemas.openxmlformats.org/officeDocument/2006/relationships/font" Target="fonts/Roboto-boldItalic.fntdata"/><Relationship Id="rId23" Type="http://schemas.openxmlformats.org/officeDocument/2006/relationships/font" Target="fonts/Roboto-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bold.fntdata"/><Relationship Id="rId25" Type="http://schemas.openxmlformats.org/officeDocument/2006/relationships/font" Target="fonts/Montserrat-regular.fntdata"/><Relationship Id="rId28" Type="http://schemas.openxmlformats.org/officeDocument/2006/relationships/font" Target="fonts/Montserrat-boldItalic.fntdata"/><Relationship Id="rId27" Type="http://schemas.openxmlformats.org/officeDocument/2006/relationships/font" Target="fonts/Montserrat-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FiraCode-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Mono-regular.fntdata"/><Relationship Id="rId30" Type="http://schemas.openxmlformats.org/officeDocument/2006/relationships/font" Target="fonts/FiraCode-bold.fntdata"/><Relationship Id="rId11" Type="http://schemas.openxmlformats.org/officeDocument/2006/relationships/slide" Target="slides/slide6.xml"/><Relationship Id="rId33" Type="http://schemas.openxmlformats.org/officeDocument/2006/relationships/font" Target="fonts/RobotoMono-italic.fntdata"/><Relationship Id="rId10" Type="http://schemas.openxmlformats.org/officeDocument/2006/relationships/slide" Target="slides/slide5.xml"/><Relationship Id="rId32" Type="http://schemas.openxmlformats.org/officeDocument/2006/relationships/font" Target="fonts/RobotoMono-bold.fntdata"/><Relationship Id="rId13" Type="http://schemas.openxmlformats.org/officeDocument/2006/relationships/slide" Target="slides/slide8.xml"/><Relationship Id="rId12" Type="http://schemas.openxmlformats.org/officeDocument/2006/relationships/slide" Target="slides/slide7.xml"/><Relationship Id="rId34" Type="http://schemas.openxmlformats.org/officeDocument/2006/relationships/font" Target="fonts/RobotoMono-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b2ddcc2c9b_2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g3b2ddcc2c9b_2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b2ddcc2c9b_2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g3b2ddcc2c9b_2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b2ddcc2c9b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g3b2ddcc2c9b_1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b387a38dd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g3b387a38ddc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b387a38ddc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g3b387a38ddc_0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b2ddcc2c9b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g3b2ddcc2c9b_3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b2ddcc2c9b_2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g3b2ddcc2c9b_2_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b2ddcc2c9b_3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g3b2ddcc2c9b_3_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rgbClr val="8C8C8C"/>
              </a:buClr>
              <a:buSzPts val="1200"/>
              <a:buFont typeface="Calibri"/>
              <a:buNone/>
              <a:defRPr/>
            </a:lvl1pPr>
            <a:lvl2pPr indent="0" lvl="1" marL="0" algn="r">
              <a:lnSpc>
                <a:spcPct val="100000"/>
              </a:lnSpc>
              <a:spcBef>
                <a:spcPts val="0"/>
              </a:spcBef>
              <a:spcAft>
                <a:spcPts val="0"/>
              </a:spcAft>
              <a:buClr>
                <a:srgbClr val="8C8C8C"/>
              </a:buClr>
              <a:buSzPts val="1200"/>
              <a:buFont typeface="Calibri"/>
              <a:buNone/>
              <a:defRPr/>
            </a:lvl2pPr>
            <a:lvl3pPr indent="0" lvl="2" marL="0" algn="r">
              <a:lnSpc>
                <a:spcPct val="100000"/>
              </a:lnSpc>
              <a:spcBef>
                <a:spcPts val="0"/>
              </a:spcBef>
              <a:spcAft>
                <a:spcPts val="0"/>
              </a:spcAft>
              <a:buClr>
                <a:srgbClr val="8C8C8C"/>
              </a:buClr>
              <a:buSzPts val="1200"/>
              <a:buFont typeface="Calibri"/>
              <a:buNone/>
              <a:defRPr/>
            </a:lvl3pPr>
            <a:lvl4pPr indent="0" lvl="3" marL="0" algn="r">
              <a:lnSpc>
                <a:spcPct val="100000"/>
              </a:lnSpc>
              <a:spcBef>
                <a:spcPts val="0"/>
              </a:spcBef>
              <a:spcAft>
                <a:spcPts val="0"/>
              </a:spcAft>
              <a:buClr>
                <a:srgbClr val="8C8C8C"/>
              </a:buClr>
              <a:buSzPts val="1200"/>
              <a:buFont typeface="Calibri"/>
              <a:buNone/>
              <a:defRPr/>
            </a:lvl4pPr>
            <a:lvl5pPr indent="0" lvl="4" marL="0" algn="r">
              <a:lnSpc>
                <a:spcPct val="100000"/>
              </a:lnSpc>
              <a:spcBef>
                <a:spcPts val="0"/>
              </a:spcBef>
              <a:spcAft>
                <a:spcPts val="0"/>
              </a:spcAft>
              <a:buClr>
                <a:srgbClr val="8C8C8C"/>
              </a:buClr>
              <a:buSzPts val="1200"/>
              <a:buFont typeface="Calibri"/>
              <a:buNone/>
              <a:defRPr/>
            </a:lvl5pPr>
            <a:lvl6pPr indent="0" lvl="5" marL="0" algn="r">
              <a:lnSpc>
                <a:spcPct val="100000"/>
              </a:lnSpc>
              <a:spcBef>
                <a:spcPts val="0"/>
              </a:spcBef>
              <a:spcAft>
                <a:spcPts val="0"/>
              </a:spcAft>
              <a:buClr>
                <a:srgbClr val="8C8C8C"/>
              </a:buClr>
              <a:buSzPts val="1200"/>
              <a:buFont typeface="Calibri"/>
              <a:buNone/>
              <a:defRPr/>
            </a:lvl6pPr>
            <a:lvl7pPr indent="0" lvl="6" marL="0" algn="r">
              <a:lnSpc>
                <a:spcPct val="100000"/>
              </a:lnSpc>
              <a:spcBef>
                <a:spcPts val="0"/>
              </a:spcBef>
              <a:spcAft>
                <a:spcPts val="0"/>
              </a:spcAft>
              <a:buClr>
                <a:srgbClr val="8C8C8C"/>
              </a:buClr>
              <a:buSzPts val="1200"/>
              <a:buFont typeface="Calibri"/>
              <a:buNone/>
              <a:defRPr/>
            </a:lvl7pPr>
            <a:lvl8pPr indent="0" lvl="7" marL="0" algn="r">
              <a:lnSpc>
                <a:spcPct val="100000"/>
              </a:lnSpc>
              <a:spcBef>
                <a:spcPts val="0"/>
              </a:spcBef>
              <a:spcAft>
                <a:spcPts val="0"/>
              </a:spcAft>
              <a:buClr>
                <a:srgbClr val="8C8C8C"/>
              </a:buClr>
              <a:buSzPts val="1200"/>
              <a:buFont typeface="Calibri"/>
              <a:buNone/>
              <a:defRPr/>
            </a:lvl8pPr>
            <a:lvl9pPr indent="0" lvl="8" marL="0" algn="r">
              <a:lnSpc>
                <a:spcPct val="100000"/>
              </a:lnSpc>
              <a:spcBef>
                <a:spcPts val="0"/>
              </a:spcBef>
              <a:spcAft>
                <a:spcPts val="0"/>
              </a:spcAft>
              <a:buClr>
                <a:srgbClr val="8C8C8C"/>
              </a:buClr>
              <a:buSzPts val="1200"/>
              <a:buFont typeface="Calibri"/>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rgbClr val="8C8C8C"/>
              </a:buClr>
              <a:buSzPts val="3200"/>
              <a:buNone/>
              <a:defRPr cap="none">
                <a:solidFill>
                  <a:srgbClr val="8C8C8C"/>
                </a:solidFill>
              </a:defRPr>
            </a:lvl1pPr>
            <a:lvl2pPr lvl="1" algn="ctr">
              <a:lnSpc>
                <a:spcPct val="100000"/>
              </a:lnSpc>
              <a:spcBef>
                <a:spcPts val="0"/>
              </a:spcBef>
              <a:spcAft>
                <a:spcPts val="0"/>
              </a:spcAft>
              <a:buClr>
                <a:srgbClr val="8C8C8C"/>
              </a:buClr>
              <a:buSzPts val="2800"/>
              <a:buNone/>
              <a:defRPr cap="none">
                <a:solidFill>
                  <a:srgbClr val="8C8C8C"/>
                </a:solidFill>
              </a:defRPr>
            </a:lvl2pPr>
            <a:lvl3pPr lvl="2" algn="ctr">
              <a:lnSpc>
                <a:spcPct val="100000"/>
              </a:lnSpc>
              <a:spcBef>
                <a:spcPts val="0"/>
              </a:spcBef>
              <a:spcAft>
                <a:spcPts val="0"/>
              </a:spcAft>
              <a:buClr>
                <a:srgbClr val="8C8C8C"/>
              </a:buClr>
              <a:buSzPts val="2400"/>
              <a:buNone/>
              <a:defRPr cap="none">
                <a:solidFill>
                  <a:srgbClr val="8C8C8C"/>
                </a:solidFill>
              </a:defRPr>
            </a:lvl3pPr>
            <a:lvl4pPr lvl="3" algn="ctr">
              <a:lnSpc>
                <a:spcPct val="100000"/>
              </a:lnSpc>
              <a:spcBef>
                <a:spcPts val="0"/>
              </a:spcBef>
              <a:spcAft>
                <a:spcPts val="0"/>
              </a:spcAft>
              <a:buClr>
                <a:srgbClr val="8C8C8C"/>
              </a:buClr>
              <a:buSzPts val="2000"/>
              <a:buNone/>
              <a:defRPr cap="none">
                <a:solidFill>
                  <a:srgbClr val="8C8C8C"/>
                </a:solidFill>
              </a:defRPr>
            </a:lvl4pPr>
            <a:lvl5pPr lvl="4" algn="ctr">
              <a:lnSpc>
                <a:spcPct val="100000"/>
              </a:lnSpc>
              <a:spcBef>
                <a:spcPts val="0"/>
              </a:spcBef>
              <a:spcAft>
                <a:spcPts val="0"/>
              </a:spcAft>
              <a:buClr>
                <a:srgbClr val="8C8C8C"/>
              </a:buClr>
              <a:buSzPts val="2000"/>
              <a:buNone/>
              <a:defRPr cap="none">
                <a:solidFill>
                  <a:srgbClr val="8C8C8C"/>
                </a:solidFill>
              </a:defRPr>
            </a:lvl5pPr>
            <a:lvl6pPr lvl="5" algn="ctr">
              <a:lnSpc>
                <a:spcPct val="100000"/>
              </a:lnSpc>
              <a:spcBef>
                <a:spcPts val="0"/>
              </a:spcBef>
              <a:spcAft>
                <a:spcPts val="0"/>
              </a:spcAft>
              <a:buClr>
                <a:srgbClr val="8C8C8C"/>
              </a:buClr>
              <a:buSzPts val="2000"/>
              <a:buNone/>
              <a:defRPr cap="none">
                <a:solidFill>
                  <a:srgbClr val="8C8C8C"/>
                </a:solidFill>
              </a:defRPr>
            </a:lvl6pPr>
            <a:lvl7pPr lvl="6" algn="ctr">
              <a:lnSpc>
                <a:spcPct val="100000"/>
              </a:lnSpc>
              <a:spcBef>
                <a:spcPts val="0"/>
              </a:spcBef>
              <a:spcAft>
                <a:spcPts val="0"/>
              </a:spcAft>
              <a:buClr>
                <a:srgbClr val="8C8C8C"/>
              </a:buClr>
              <a:buSzPts val="2000"/>
              <a:buNone/>
              <a:defRPr cap="none">
                <a:solidFill>
                  <a:srgbClr val="8C8C8C"/>
                </a:solidFill>
              </a:defRPr>
            </a:lvl7pPr>
            <a:lvl8pPr lvl="7" algn="ctr">
              <a:lnSpc>
                <a:spcPct val="100000"/>
              </a:lnSpc>
              <a:spcBef>
                <a:spcPts val="0"/>
              </a:spcBef>
              <a:spcAft>
                <a:spcPts val="0"/>
              </a:spcAft>
              <a:buClr>
                <a:srgbClr val="8C8C8C"/>
              </a:buClr>
              <a:buSzPts val="2000"/>
              <a:buNone/>
              <a:defRPr cap="none">
                <a:solidFill>
                  <a:srgbClr val="8C8C8C"/>
                </a:solidFill>
              </a:defRPr>
            </a:lvl8pPr>
            <a:lvl9pPr lvl="8" algn="ctr">
              <a:lnSpc>
                <a:spcPct val="100000"/>
              </a:lnSpc>
              <a:spcBef>
                <a:spcPts val="0"/>
              </a:spcBef>
              <a:spcAft>
                <a:spcPts val="0"/>
              </a:spcAft>
              <a:buClr>
                <a:srgbClr val="8C8C8C"/>
              </a:buClr>
              <a:buSzPts val="2000"/>
              <a:buNone/>
              <a:defRPr cap="none">
                <a:solidFill>
                  <a:srgbClr val="8C8C8C"/>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rgbClr val="8C8C8C"/>
              </a:buClr>
              <a:buSzPts val="1200"/>
              <a:buFont typeface="Calibri"/>
              <a:buNone/>
              <a:defRPr/>
            </a:lvl1pPr>
            <a:lvl2pPr indent="0" lvl="1" marL="0" algn="r">
              <a:lnSpc>
                <a:spcPct val="100000"/>
              </a:lnSpc>
              <a:spcBef>
                <a:spcPts val="0"/>
              </a:spcBef>
              <a:spcAft>
                <a:spcPts val="0"/>
              </a:spcAft>
              <a:buClr>
                <a:srgbClr val="8C8C8C"/>
              </a:buClr>
              <a:buSzPts val="1200"/>
              <a:buFont typeface="Calibri"/>
              <a:buNone/>
              <a:defRPr/>
            </a:lvl2pPr>
            <a:lvl3pPr indent="0" lvl="2" marL="0" algn="r">
              <a:lnSpc>
                <a:spcPct val="100000"/>
              </a:lnSpc>
              <a:spcBef>
                <a:spcPts val="0"/>
              </a:spcBef>
              <a:spcAft>
                <a:spcPts val="0"/>
              </a:spcAft>
              <a:buClr>
                <a:srgbClr val="8C8C8C"/>
              </a:buClr>
              <a:buSzPts val="1200"/>
              <a:buFont typeface="Calibri"/>
              <a:buNone/>
              <a:defRPr/>
            </a:lvl3pPr>
            <a:lvl4pPr indent="0" lvl="3" marL="0" algn="r">
              <a:lnSpc>
                <a:spcPct val="100000"/>
              </a:lnSpc>
              <a:spcBef>
                <a:spcPts val="0"/>
              </a:spcBef>
              <a:spcAft>
                <a:spcPts val="0"/>
              </a:spcAft>
              <a:buClr>
                <a:srgbClr val="8C8C8C"/>
              </a:buClr>
              <a:buSzPts val="1200"/>
              <a:buFont typeface="Calibri"/>
              <a:buNone/>
              <a:defRPr/>
            </a:lvl4pPr>
            <a:lvl5pPr indent="0" lvl="4" marL="0" algn="r">
              <a:lnSpc>
                <a:spcPct val="100000"/>
              </a:lnSpc>
              <a:spcBef>
                <a:spcPts val="0"/>
              </a:spcBef>
              <a:spcAft>
                <a:spcPts val="0"/>
              </a:spcAft>
              <a:buClr>
                <a:srgbClr val="8C8C8C"/>
              </a:buClr>
              <a:buSzPts val="1200"/>
              <a:buFont typeface="Calibri"/>
              <a:buNone/>
              <a:defRPr/>
            </a:lvl5pPr>
            <a:lvl6pPr indent="0" lvl="5" marL="0" algn="r">
              <a:lnSpc>
                <a:spcPct val="100000"/>
              </a:lnSpc>
              <a:spcBef>
                <a:spcPts val="0"/>
              </a:spcBef>
              <a:spcAft>
                <a:spcPts val="0"/>
              </a:spcAft>
              <a:buClr>
                <a:srgbClr val="8C8C8C"/>
              </a:buClr>
              <a:buSzPts val="1200"/>
              <a:buFont typeface="Calibri"/>
              <a:buNone/>
              <a:defRPr/>
            </a:lvl6pPr>
            <a:lvl7pPr indent="0" lvl="6" marL="0" algn="r">
              <a:lnSpc>
                <a:spcPct val="100000"/>
              </a:lnSpc>
              <a:spcBef>
                <a:spcPts val="0"/>
              </a:spcBef>
              <a:spcAft>
                <a:spcPts val="0"/>
              </a:spcAft>
              <a:buClr>
                <a:srgbClr val="8C8C8C"/>
              </a:buClr>
              <a:buSzPts val="1200"/>
              <a:buFont typeface="Calibri"/>
              <a:buNone/>
              <a:defRPr/>
            </a:lvl7pPr>
            <a:lvl8pPr indent="0" lvl="7" marL="0" algn="r">
              <a:lnSpc>
                <a:spcPct val="100000"/>
              </a:lnSpc>
              <a:spcBef>
                <a:spcPts val="0"/>
              </a:spcBef>
              <a:spcAft>
                <a:spcPts val="0"/>
              </a:spcAft>
              <a:buClr>
                <a:srgbClr val="8C8C8C"/>
              </a:buClr>
              <a:buSzPts val="1200"/>
              <a:buFont typeface="Calibri"/>
              <a:buNone/>
              <a:defRPr/>
            </a:lvl8pPr>
            <a:lvl9pPr indent="0" lvl="8" marL="0" algn="r">
              <a:lnSpc>
                <a:spcPct val="100000"/>
              </a:lnSpc>
              <a:spcBef>
                <a:spcPts val="0"/>
              </a:spcBef>
              <a:spcAft>
                <a:spcPts val="0"/>
              </a:spcAft>
              <a:buClr>
                <a:srgbClr val="8C8C8C"/>
              </a:buClr>
              <a:buSzPts val="1200"/>
              <a:buFont typeface="Calibri"/>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955"/>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23" name="Google Shape;23;p4"/>
          <p:cNvSpPr txBox="1"/>
          <p:nvPr>
            <p:ph idx="1" type="body"/>
          </p:nvPr>
        </p:nvSpPr>
        <p:spPr>
          <a:xfrm>
            <a:off x="457200" y="1600200"/>
            <a:ext cx="8229600" cy="452628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0"/>
              </a:spcBef>
              <a:spcAft>
                <a:spcPts val="0"/>
              </a:spcAft>
              <a:buClr>
                <a:schemeClr val="dk1"/>
              </a:buClr>
              <a:buSzPts val="1800"/>
              <a:buChar char="•"/>
              <a:defRPr/>
            </a:lvl1pPr>
            <a:lvl2pPr indent="-342900" lvl="1" marL="914400" algn="l">
              <a:lnSpc>
                <a:spcPct val="100000"/>
              </a:lnSpc>
              <a:spcBef>
                <a:spcPts val="0"/>
              </a:spcBef>
              <a:spcAft>
                <a:spcPts val="0"/>
              </a:spcAft>
              <a:buClr>
                <a:schemeClr val="dk1"/>
              </a:buClr>
              <a:buSzPts val="1800"/>
              <a:buChar char="–"/>
              <a:defRPr/>
            </a:lvl2pPr>
            <a:lvl3pPr indent="-342900" lvl="2" marL="1371600" algn="l">
              <a:lnSpc>
                <a:spcPct val="100000"/>
              </a:lnSpc>
              <a:spcBef>
                <a:spcPts val="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rgbClr val="8C8C8C"/>
              </a:buClr>
              <a:buSzPts val="1200"/>
              <a:buFont typeface="Calibri"/>
              <a:buNone/>
              <a:defRPr/>
            </a:lvl1pPr>
            <a:lvl2pPr indent="0" lvl="1" marL="0" algn="r">
              <a:lnSpc>
                <a:spcPct val="100000"/>
              </a:lnSpc>
              <a:spcBef>
                <a:spcPts val="0"/>
              </a:spcBef>
              <a:spcAft>
                <a:spcPts val="0"/>
              </a:spcAft>
              <a:buClr>
                <a:srgbClr val="8C8C8C"/>
              </a:buClr>
              <a:buSzPts val="1200"/>
              <a:buFont typeface="Calibri"/>
              <a:buNone/>
              <a:defRPr/>
            </a:lvl2pPr>
            <a:lvl3pPr indent="0" lvl="2" marL="0" algn="r">
              <a:lnSpc>
                <a:spcPct val="100000"/>
              </a:lnSpc>
              <a:spcBef>
                <a:spcPts val="0"/>
              </a:spcBef>
              <a:spcAft>
                <a:spcPts val="0"/>
              </a:spcAft>
              <a:buClr>
                <a:srgbClr val="8C8C8C"/>
              </a:buClr>
              <a:buSzPts val="1200"/>
              <a:buFont typeface="Calibri"/>
              <a:buNone/>
              <a:defRPr/>
            </a:lvl3pPr>
            <a:lvl4pPr indent="0" lvl="3" marL="0" algn="r">
              <a:lnSpc>
                <a:spcPct val="100000"/>
              </a:lnSpc>
              <a:spcBef>
                <a:spcPts val="0"/>
              </a:spcBef>
              <a:spcAft>
                <a:spcPts val="0"/>
              </a:spcAft>
              <a:buClr>
                <a:srgbClr val="8C8C8C"/>
              </a:buClr>
              <a:buSzPts val="1200"/>
              <a:buFont typeface="Calibri"/>
              <a:buNone/>
              <a:defRPr/>
            </a:lvl4pPr>
            <a:lvl5pPr indent="0" lvl="4" marL="0" algn="r">
              <a:lnSpc>
                <a:spcPct val="100000"/>
              </a:lnSpc>
              <a:spcBef>
                <a:spcPts val="0"/>
              </a:spcBef>
              <a:spcAft>
                <a:spcPts val="0"/>
              </a:spcAft>
              <a:buClr>
                <a:srgbClr val="8C8C8C"/>
              </a:buClr>
              <a:buSzPts val="1200"/>
              <a:buFont typeface="Calibri"/>
              <a:buNone/>
              <a:defRPr/>
            </a:lvl5pPr>
            <a:lvl6pPr indent="0" lvl="5" marL="0" algn="r">
              <a:lnSpc>
                <a:spcPct val="100000"/>
              </a:lnSpc>
              <a:spcBef>
                <a:spcPts val="0"/>
              </a:spcBef>
              <a:spcAft>
                <a:spcPts val="0"/>
              </a:spcAft>
              <a:buClr>
                <a:srgbClr val="8C8C8C"/>
              </a:buClr>
              <a:buSzPts val="1200"/>
              <a:buFont typeface="Calibri"/>
              <a:buNone/>
              <a:defRPr/>
            </a:lvl6pPr>
            <a:lvl7pPr indent="0" lvl="6" marL="0" algn="r">
              <a:lnSpc>
                <a:spcPct val="100000"/>
              </a:lnSpc>
              <a:spcBef>
                <a:spcPts val="0"/>
              </a:spcBef>
              <a:spcAft>
                <a:spcPts val="0"/>
              </a:spcAft>
              <a:buClr>
                <a:srgbClr val="8C8C8C"/>
              </a:buClr>
              <a:buSzPts val="1200"/>
              <a:buFont typeface="Calibri"/>
              <a:buNone/>
              <a:defRPr/>
            </a:lvl7pPr>
            <a:lvl8pPr indent="0" lvl="7" marL="0" algn="r">
              <a:lnSpc>
                <a:spcPct val="100000"/>
              </a:lnSpc>
              <a:spcBef>
                <a:spcPts val="0"/>
              </a:spcBef>
              <a:spcAft>
                <a:spcPts val="0"/>
              </a:spcAft>
              <a:buClr>
                <a:srgbClr val="8C8C8C"/>
              </a:buClr>
              <a:buSzPts val="1200"/>
              <a:buFont typeface="Calibri"/>
              <a:buNone/>
              <a:defRPr/>
            </a:lvl8pPr>
            <a:lvl9pPr indent="0" lvl="8" marL="0" algn="r">
              <a:lnSpc>
                <a:spcPct val="100000"/>
              </a:lnSpc>
              <a:spcBef>
                <a:spcPts val="0"/>
              </a:spcBef>
              <a:spcAft>
                <a:spcPts val="0"/>
              </a:spcAft>
              <a:buClr>
                <a:srgbClr val="8C8C8C"/>
              </a:buClr>
              <a:buSzPts val="1200"/>
              <a:buFont typeface="Calibri"/>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630" y="4406900"/>
            <a:ext cx="7772400" cy="13620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Clr>
                <a:schemeClr val="dk1"/>
              </a:buClr>
              <a:buSzPts val="1800"/>
              <a:buFont typeface="Calibri"/>
              <a:buNone/>
              <a:defRPr/>
            </a:lvl2pPr>
            <a:lvl3pPr lvl="2" algn="l">
              <a:lnSpc>
                <a:spcPct val="100000"/>
              </a:lnSpc>
              <a:spcBef>
                <a:spcPts val="0"/>
              </a:spcBef>
              <a:spcAft>
                <a:spcPts val="0"/>
              </a:spcAft>
              <a:buClr>
                <a:schemeClr val="dk1"/>
              </a:buClr>
              <a:buSzPts val="1800"/>
              <a:buFont typeface="Calibri"/>
              <a:buNone/>
              <a:defRPr/>
            </a:lvl3pPr>
            <a:lvl4pPr lvl="3" algn="l">
              <a:lnSpc>
                <a:spcPct val="100000"/>
              </a:lnSpc>
              <a:spcBef>
                <a:spcPts val="0"/>
              </a:spcBef>
              <a:spcAft>
                <a:spcPts val="0"/>
              </a:spcAft>
              <a:buClr>
                <a:schemeClr val="dk1"/>
              </a:buClr>
              <a:buSzPts val="1800"/>
              <a:buFont typeface="Calibri"/>
              <a:buNone/>
              <a:defRPr/>
            </a:lvl4pPr>
            <a:lvl5pPr lvl="4" algn="l">
              <a:lnSpc>
                <a:spcPct val="100000"/>
              </a:lnSpc>
              <a:spcBef>
                <a:spcPts val="0"/>
              </a:spcBef>
              <a:spcAft>
                <a:spcPts val="0"/>
              </a:spcAft>
              <a:buClr>
                <a:schemeClr val="dk1"/>
              </a:buClr>
              <a:buSzPts val="1800"/>
              <a:buFont typeface="Calibri"/>
              <a:buNone/>
              <a:defRPr/>
            </a:lvl5pPr>
            <a:lvl6pPr lvl="5" algn="l">
              <a:lnSpc>
                <a:spcPct val="100000"/>
              </a:lnSpc>
              <a:spcBef>
                <a:spcPts val="0"/>
              </a:spcBef>
              <a:spcAft>
                <a:spcPts val="0"/>
              </a:spcAft>
              <a:buClr>
                <a:schemeClr val="dk1"/>
              </a:buClr>
              <a:buSzPts val="1800"/>
              <a:buFont typeface="Calibri"/>
              <a:buNone/>
              <a:defRPr/>
            </a:lvl6pPr>
            <a:lvl7pPr lvl="6" algn="l">
              <a:lnSpc>
                <a:spcPct val="100000"/>
              </a:lnSpc>
              <a:spcBef>
                <a:spcPts val="0"/>
              </a:spcBef>
              <a:spcAft>
                <a:spcPts val="0"/>
              </a:spcAft>
              <a:buClr>
                <a:schemeClr val="dk1"/>
              </a:buClr>
              <a:buSzPts val="1800"/>
              <a:buFont typeface="Calibri"/>
              <a:buNone/>
              <a:defRPr/>
            </a:lvl7pPr>
            <a:lvl8pPr lvl="7" algn="l">
              <a:lnSpc>
                <a:spcPct val="100000"/>
              </a:lnSpc>
              <a:spcBef>
                <a:spcPts val="0"/>
              </a:spcBef>
              <a:spcAft>
                <a:spcPts val="0"/>
              </a:spcAft>
              <a:buClr>
                <a:schemeClr val="dk1"/>
              </a:buClr>
              <a:buSzPts val="1800"/>
              <a:buFont typeface="Calibri"/>
              <a:buNone/>
              <a:defRPr/>
            </a:lvl8pPr>
            <a:lvl9pPr lvl="8" algn="l">
              <a:lnSpc>
                <a:spcPct val="100000"/>
              </a:lnSpc>
              <a:spcBef>
                <a:spcPts val="0"/>
              </a:spcBef>
              <a:spcAft>
                <a:spcPts val="0"/>
              </a:spcAft>
              <a:buClr>
                <a:schemeClr val="dk1"/>
              </a:buClr>
              <a:buSzPts val="1800"/>
              <a:buFont typeface="Calibri"/>
              <a:buNone/>
              <a:defRPr/>
            </a:lvl9pPr>
          </a:lstStyle>
          <a:p/>
        </p:txBody>
      </p:sp>
      <p:sp>
        <p:nvSpPr>
          <p:cNvPr id="29" name="Google Shape;29;p5"/>
          <p:cNvSpPr txBox="1"/>
          <p:nvPr>
            <p:ph idx="1" type="body"/>
          </p:nvPr>
        </p:nvSpPr>
        <p:spPr>
          <a:xfrm>
            <a:off x="722630" y="2907030"/>
            <a:ext cx="7772400" cy="149987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0"/>
              </a:spcBef>
              <a:spcAft>
                <a:spcPts val="0"/>
              </a:spcAft>
              <a:buClr>
                <a:srgbClr val="8C8C8C"/>
              </a:buClr>
              <a:buSzPts val="2000"/>
              <a:buNone/>
              <a:defRPr sz="2000" cap="none">
                <a:solidFill>
                  <a:srgbClr val="8C8C8C"/>
                </a:solidFill>
              </a:defRPr>
            </a:lvl1pPr>
            <a:lvl2pPr indent="-228600" lvl="1" marL="914400" algn="l">
              <a:lnSpc>
                <a:spcPct val="100000"/>
              </a:lnSpc>
              <a:spcBef>
                <a:spcPts val="0"/>
              </a:spcBef>
              <a:spcAft>
                <a:spcPts val="0"/>
              </a:spcAft>
              <a:buClr>
                <a:srgbClr val="8C8C8C"/>
              </a:buClr>
              <a:buSzPts val="1800"/>
              <a:buNone/>
              <a:defRPr sz="1800" cap="none">
                <a:solidFill>
                  <a:srgbClr val="8C8C8C"/>
                </a:solidFill>
              </a:defRPr>
            </a:lvl2pPr>
            <a:lvl3pPr indent="-228600" lvl="2" marL="1371600" algn="l">
              <a:lnSpc>
                <a:spcPct val="100000"/>
              </a:lnSpc>
              <a:spcBef>
                <a:spcPts val="0"/>
              </a:spcBef>
              <a:spcAft>
                <a:spcPts val="0"/>
              </a:spcAft>
              <a:buClr>
                <a:srgbClr val="8C8C8C"/>
              </a:buClr>
              <a:buSzPts val="1600"/>
              <a:buNone/>
              <a:defRPr sz="1600" cap="none">
                <a:solidFill>
                  <a:srgbClr val="8C8C8C"/>
                </a:solidFill>
              </a:defRPr>
            </a:lvl3pPr>
            <a:lvl4pPr indent="-228600" lvl="3" marL="1828800" algn="l">
              <a:lnSpc>
                <a:spcPct val="100000"/>
              </a:lnSpc>
              <a:spcBef>
                <a:spcPts val="0"/>
              </a:spcBef>
              <a:spcAft>
                <a:spcPts val="0"/>
              </a:spcAft>
              <a:buClr>
                <a:srgbClr val="8C8C8C"/>
              </a:buClr>
              <a:buSzPts val="1400"/>
              <a:buNone/>
              <a:defRPr sz="1400" cap="none">
                <a:solidFill>
                  <a:srgbClr val="8C8C8C"/>
                </a:solidFill>
              </a:defRPr>
            </a:lvl4pPr>
            <a:lvl5pPr indent="-228600" lvl="4" marL="2286000" algn="l">
              <a:lnSpc>
                <a:spcPct val="100000"/>
              </a:lnSpc>
              <a:spcBef>
                <a:spcPts val="0"/>
              </a:spcBef>
              <a:spcAft>
                <a:spcPts val="0"/>
              </a:spcAft>
              <a:buClr>
                <a:srgbClr val="8C8C8C"/>
              </a:buClr>
              <a:buSzPts val="1400"/>
              <a:buNone/>
              <a:defRPr sz="1400" cap="none">
                <a:solidFill>
                  <a:srgbClr val="8C8C8C"/>
                </a:solidFill>
              </a:defRPr>
            </a:lvl5pPr>
            <a:lvl6pPr indent="-228600" lvl="5" marL="2743200" algn="l">
              <a:lnSpc>
                <a:spcPct val="100000"/>
              </a:lnSpc>
              <a:spcBef>
                <a:spcPts val="0"/>
              </a:spcBef>
              <a:spcAft>
                <a:spcPts val="0"/>
              </a:spcAft>
              <a:buClr>
                <a:srgbClr val="8C8C8C"/>
              </a:buClr>
              <a:buSzPts val="1400"/>
              <a:buNone/>
              <a:defRPr sz="1400" cap="none">
                <a:solidFill>
                  <a:srgbClr val="8C8C8C"/>
                </a:solidFill>
              </a:defRPr>
            </a:lvl6pPr>
            <a:lvl7pPr indent="-228600" lvl="6" marL="3200400" algn="l">
              <a:lnSpc>
                <a:spcPct val="100000"/>
              </a:lnSpc>
              <a:spcBef>
                <a:spcPts val="0"/>
              </a:spcBef>
              <a:spcAft>
                <a:spcPts val="0"/>
              </a:spcAft>
              <a:buClr>
                <a:srgbClr val="8C8C8C"/>
              </a:buClr>
              <a:buSzPts val="1400"/>
              <a:buNone/>
              <a:defRPr sz="1400" cap="none">
                <a:solidFill>
                  <a:srgbClr val="8C8C8C"/>
                </a:solidFill>
              </a:defRPr>
            </a:lvl7pPr>
            <a:lvl8pPr indent="-228600" lvl="7" marL="3657600" algn="l">
              <a:lnSpc>
                <a:spcPct val="100000"/>
              </a:lnSpc>
              <a:spcBef>
                <a:spcPts val="0"/>
              </a:spcBef>
              <a:spcAft>
                <a:spcPts val="0"/>
              </a:spcAft>
              <a:buClr>
                <a:srgbClr val="8C8C8C"/>
              </a:buClr>
              <a:buSzPts val="1400"/>
              <a:buNone/>
              <a:defRPr sz="1400" cap="none">
                <a:solidFill>
                  <a:srgbClr val="8C8C8C"/>
                </a:solidFill>
              </a:defRPr>
            </a:lvl8pPr>
            <a:lvl9pPr indent="-228600" lvl="8" marL="4114800" algn="l">
              <a:lnSpc>
                <a:spcPct val="100000"/>
              </a:lnSpc>
              <a:spcBef>
                <a:spcPts val="0"/>
              </a:spcBef>
              <a:spcAft>
                <a:spcPts val="0"/>
              </a:spcAft>
              <a:buClr>
                <a:srgbClr val="8C8C8C"/>
              </a:buClr>
              <a:buSzPts val="1400"/>
              <a:buNone/>
              <a:defRPr sz="1400" cap="none">
                <a:solidFill>
                  <a:srgbClr val="8C8C8C"/>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rgbClr val="8C8C8C"/>
              </a:buClr>
              <a:buSzPts val="1200"/>
              <a:buFont typeface="Calibri"/>
              <a:buNone/>
              <a:defRPr/>
            </a:lvl1pPr>
            <a:lvl2pPr indent="0" lvl="1" marL="0" algn="r">
              <a:lnSpc>
                <a:spcPct val="100000"/>
              </a:lnSpc>
              <a:spcBef>
                <a:spcPts val="0"/>
              </a:spcBef>
              <a:spcAft>
                <a:spcPts val="0"/>
              </a:spcAft>
              <a:buClr>
                <a:srgbClr val="8C8C8C"/>
              </a:buClr>
              <a:buSzPts val="1200"/>
              <a:buFont typeface="Calibri"/>
              <a:buNone/>
              <a:defRPr/>
            </a:lvl2pPr>
            <a:lvl3pPr indent="0" lvl="2" marL="0" algn="r">
              <a:lnSpc>
                <a:spcPct val="100000"/>
              </a:lnSpc>
              <a:spcBef>
                <a:spcPts val="0"/>
              </a:spcBef>
              <a:spcAft>
                <a:spcPts val="0"/>
              </a:spcAft>
              <a:buClr>
                <a:srgbClr val="8C8C8C"/>
              </a:buClr>
              <a:buSzPts val="1200"/>
              <a:buFont typeface="Calibri"/>
              <a:buNone/>
              <a:defRPr/>
            </a:lvl3pPr>
            <a:lvl4pPr indent="0" lvl="3" marL="0" algn="r">
              <a:lnSpc>
                <a:spcPct val="100000"/>
              </a:lnSpc>
              <a:spcBef>
                <a:spcPts val="0"/>
              </a:spcBef>
              <a:spcAft>
                <a:spcPts val="0"/>
              </a:spcAft>
              <a:buClr>
                <a:srgbClr val="8C8C8C"/>
              </a:buClr>
              <a:buSzPts val="1200"/>
              <a:buFont typeface="Calibri"/>
              <a:buNone/>
              <a:defRPr/>
            </a:lvl4pPr>
            <a:lvl5pPr indent="0" lvl="4" marL="0" algn="r">
              <a:lnSpc>
                <a:spcPct val="100000"/>
              </a:lnSpc>
              <a:spcBef>
                <a:spcPts val="0"/>
              </a:spcBef>
              <a:spcAft>
                <a:spcPts val="0"/>
              </a:spcAft>
              <a:buClr>
                <a:srgbClr val="8C8C8C"/>
              </a:buClr>
              <a:buSzPts val="1200"/>
              <a:buFont typeface="Calibri"/>
              <a:buNone/>
              <a:defRPr/>
            </a:lvl5pPr>
            <a:lvl6pPr indent="0" lvl="5" marL="0" algn="r">
              <a:lnSpc>
                <a:spcPct val="100000"/>
              </a:lnSpc>
              <a:spcBef>
                <a:spcPts val="0"/>
              </a:spcBef>
              <a:spcAft>
                <a:spcPts val="0"/>
              </a:spcAft>
              <a:buClr>
                <a:srgbClr val="8C8C8C"/>
              </a:buClr>
              <a:buSzPts val="1200"/>
              <a:buFont typeface="Calibri"/>
              <a:buNone/>
              <a:defRPr/>
            </a:lvl6pPr>
            <a:lvl7pPr indent="0" lvl="6" marL="0" algn="r">
              <a:lnSpc>
                <a:spcPct val="100000"/>
              </a:lnSpc>
              <a:spcBef>
                <a:spcPts val="0"/>
              </a:spcBef>
              <a:spcAft>
                <a:spcPts val="0"/>
              </a:spcAft>
              <a:buClr>
                <a:srgbClr val="8C8C8C"/>
              </a:buClr>
              <a:buSzPts val="1200"/>
              <a:buFont typeface="Calibri"/>
              <a:buNone/>
              <a:defRPr/>
            </a:lvl7pPr>
            <a:lvl8pPr indent="0" lvl="7" marL="0" algn="r">
              <a:lnSpc>
                <a:spcPct val="100000"/>
              </a:lnSpc>
              <a:spcBef>
                <a:spcPts val="0"/>
              </a:spcBef>
              <a:spcAft>
                <a:spcPts val="0"/>
              </a:spcAft>
              <a:buClr>
                <a:srgbClr val="8C8C8C"/>
              </a:buClr>
              <a:buSzPts val="1200"/>
              <a:buFont typeface="Calibri"/>
              <a:buNone/>
              <a:defRPr/>
            </a:lvl8pPr>
            <a:lvl9pPr indent="0" lvl="8" marL="0" algn="r">
              <a:lnSpc>
                <a:spcPct val="100000"/>
              </a:lnSpc>
              <a:spcBef>
                <a:spcPts val="0"/>
              </a:spcBef>
              <a:spcAft>
                <a:spcPts val="0"/>
              </a:spcAft>
              <a:buClr>
                <a:srgbClr val="8C8C8C"/>
              </a:buClr>
              <a:buSzPts val="1200"/>
              <a:buFont typeface="Calibri"/>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955"/>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35" name="Google Shape;35;p6"/>
          <p:cNvSpPr txBox="1"/>
          <p:nvPr>
            <p:ph idx="1" type="body"/>
          </p:nvPr>
        </p:nvSpPr>
        <p:spPr>
          <a:xfrm>
            <a:off x="457200" y="1600200"/>
            <a:ext cx="4038600" cy="4526280"/>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chemeClr val="dk1"/>
              </a:buClr>
              <a:buSzPts val="2800"/>
              <a:buChar char="•"/>
              <a:defRPr sz="2800" cap="none"/>
            </a:lvl1pPr>
            <a:lvl2pPr indent="-381000" lvl="1" marL="914400" algn="l">
              <a:lnSpc>
                <a:spcPct val="100000"/>
              </a:lnSpc>
              <a:spcBef>
                <a:spcPts val="0"/>
              </a:spcBef>
              <a:spcAft>
                <a:spcPts val="0"/>
              </a:spcAft>
              <a:buClr>
                <a:schemeClr val="dk1"/>
              </a:buClr>
              <a:buSzPts val="2400"/>
              <a:buChar char="–"/>
              <a:defRPr sz="2400" cap="none"/>
            </a:lvl2pPr>
            <a:lvl3pPr indent="-355600" lvl="2" marL="1371600" algn="l">
              <a:lnSpc>
                <a:spcPct val="100000"/>
              </a:lnSpc>
              <a:spcBef>
                <a:spcPts val="0"/>
              </a:spcBef>
              <a:spcAft>
                <a:spcPts val="0"/>
              </a:spcAft>
              <a:buClr>
                <a:schemeClr val="dk1"/>
              </a:buClr>
              <a:buSzPts val="2000"/>
              <a:buChar char="•"/>
              <a:defRPr sz="2000" cap="none"/>
            </a:lvl3pPr>
            <a:lvl4pPr indent="-342900" lvl="3" marL="1828800" algn="l">
              <a:lnSpc>
                <a:spcPct val="100000"/>
              </a:lnSpc>
              <a:spcBef>
                <a:spcPts val="0"/>
              </a:spcBef>
              <a:spcAft>
                <a:spcPts val="0"/>
              </a:spcAft>
              <a:buClr>
                <a:schemeClr val="dk1"/>
              </a:buClr>
              <a:buSzPts val="1800"/>
              <a:buChar char="–"/>
              <a:defRPr sz="1800" cap="none"/>
            </a:lvl4pPr>
            <a:lvl5pPr indent="-342900" lvl="4" marL="2286000" algn="l">
              <a:lnSpc>
                <a:spcPct val="100000"/>
              </a:lnSpc>
              <a:spcBef>
                <a:spcPts val="0"/>
              </a:spcBef>
              <a:spcAft>
                <a:spcPts val="0"/>
              </a:spcAft>
              <a:buClr>
                <a:schemeClr val="dk1"/>
              </a:buClr>
              <a:buSzPts val="1800"/>
              <a:buChar char="»"/>
              <a:defRPr sz="1800" cap="none"/>
            </a:lvl5pPr>
            <a:lvl6pPr indent="-342900" lvl="5" marL="2743200" algn="l">
              <a:lnSpc>
                <a:spcPct val="100000"/>
              </a:lnSpc>
              <a:spcBef>
                <a:spcPts val="0"/>
              </a:spcBef>
              <a:spcAft>
                <a:spcPts val="0"/>
              </a:spcAft>
              <a:buClr>
                <a:schemeClr val="dk1"/>
              </a:buClr>
              <a:buSzPts val="1800"/>
              <a:buChar char="•"/>
              <a:defRPr sz="1800" cap="none"/>
            </a:lvl6pPr>
            <a:lvl7pPr indent="-342900" lvl="6" marL="3200400" algn="l">
              <a:lnSpc>
                <a:spcPct val="100000"/>
              </a:lnSpc>
              <a:spcBef>
                <a:spcPts val="0"/>
              </a:spcBef>
              <a:spcAft>
                <a:spcPts val="0"/>
              </a:spcAft>
              <a:buClr>
                <a:schemeClr val="dk1"/>
              </a:buClr>
              <a:buSzPts val="1800"/>
              <a:buChar char="•"/>
              <a:defRPr sz="1800" cap="none"/>
            </a:lvl7pPr>
            <a:lvl8pPr indent="-342900" lvl="7" marL="3657600" algn="l">
              <a:lnSpc>
                <a:spcPct val="100000"/>
              </a:lnSpc>
              <a:spcBef>
                <a:spcPts val="0"/>
              </a:spcBef>
              <a:spcAft>
                <a:spcPts val="0"/>
              </a:spcAft>
              <a:buClr>
                <a:schemeClr val="dk1"/>
              </a:buClr>
              <a:buSzPts val="1800"/>
              <a:buChar char="•"/>
              <a:defRPr sz="1800" cap="none"/>
            </a:lvl8pPr>
            <a:lvl9pPr indent="-342900" lvl="8" marL="4114800" algn="l">
              <a:lnSpc>
                <a:spcPct val="100000"/>
              </a:lnSpc>
              <a:spcBef>
                <a:spcPts val="0"/>
              </a:spcBef>
              <a:spcAft>
                <a:spcPts val="0"/>
              </a:spcAft>
              <a:buClr>
                <a:schemeClr val="dk1"/>
              </a:buClr>
              <a:buSzPts val="1800"/>
              <a:buChar char="•"/>
              <a:defRPr sz="1800" cap="none"/>
            </a:lvl9pPr>
          </a:lstStyle>
          <a:p/>
        </p:txBody>
      </p:sp>
      <p:sp>
        <p:nvSpPr>
          <p:cNvPr id="36" name="Google Shape;36;p6"/>
          <p:cNvSpPr txBox="1"/>
          <p:nvPr>
            <p:ph idx="2" type="body"/>
          </p:nvPr>
        </p:nvSpPr>
        <p:spPr>
          <a:xfrm>
            <a:off x="4648200" y="1600200"/>
            <a:ext cx="4038600" cy="4526280"/>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chemeClr val="dk1"/>
              </a:buClr>
              <a:buSzPts val="2800"/>
              <a:buChar char="•"/>
              <a:defRPr sz="2800" cap="none"/>
            </a:lvl1pPr>
            <a:lvl2pPr indent="-381000" lvl="1" marL="914400" algn="l">
              <a:lnSpc>
                <a:spcPct val="100000"/>
              </a:lnSpc>
              <a:spcBef>
                <a:spcPts val="0"/>
              </a:spcBef>
              <a:spcAft>
                <a:spcPts val="0"/>
              </a:spcAft>
              <a:buClr>
                <a:schemeClr val="dk1"/>
              </a:buClr>
              <a:buSzPts val="2400"/>
              <a:buChar char="–"/>
              <a:defRPr sz="2400" cap="none"/>
            </a:lvl2pPr>
            <a:lvl3pPr indent="-355600" lvl="2" marL="1371600" algn="l">
              <a:lnSpc>
                <a:spcPct val="100000"/>
              </a:lnSpc>
              <a:spcBef>
                <a:spcPts val="0"/>
              </a:spcBef>
              <a:spcAft>
                <a:spcPts val="0"/>
              </a:spcAft>
              <a:buClr>
                <a:schemeClr val="dk1"/>
              </a:buClr>
              <a:buSzPts val="2000"/>
              <a:buChar char="•"/>
              <a:defRPr sz="2000" cap="none"/>
            </a:lvl3pPr>
            <a:lvl4pPr indent="-342900" lvl="3" marL="1828800" algn="l">
              <a:lnSpc>
                <a:spcPct val="100000"/>
              </a:lnSpc>
              <a:spcBef>
                <a:spcPts val="0"/>
              </a:spcBef>
              <a:spcAft>
                <a:spcPts val="0"/>
              </a:spcAft>
              <a:buClr>
                <a:schemeClr val="dk1"/>
              </a:buClr>
              <a:buSzPts val="1800"/>
              <a:buChar char="–"/>
              <a:defRPr sz="1800" cap="none"/>
            </a:lvl4pPr>
            <a:lvl5pPr indent="-342900" lvl="4" marL="2286000" algn="l">
              <a:lnSpc>
                <a:spcPct val="100000"/>
              </a:lnSpc>
              <a:spcBef>
                <a:spcPts val="0"/>
              </a:spcBef>
              <a:spcAft>
                <a:spcPts val="0"/>
              </a:spcAft>
              <a:buClr>
                <a:schemeClr val="dk1"/>
              </a:buClr>
              <a:buSzPts val="1800"/>
              <a:buChar char="»"/>
              <a:defRPr sz="1800" cap="none"/>
            </a:lvl5pPr>
            <a:lvl6pPr indent="-342900" lvl="5" marL="2743200" algn="l">
              <a:lnSpc>
                <a:spcPct val="100000"/>
              </a:lnSpc>
              <a:spcBef>
                <a:spcPts val="0"/>
              </a:spcBef>
              <a:spcAft>
                <a:spcPts val="0"/>
              </a:spcAft>
              <a:buClr>
                <a:schemeClr val="dk1"/>
              </a:buClr>
              <a:buSzPts val="1800"/>
              <a:buChar char="•"/>
              <a:defRPr sz="1800" cap="none"/>
            </a:lvl6pPr>
            <a:lvl7pPr indent="-342900" lvl="6" marL="3200400" algn="l">
              <a:lnSpc>
                <a:spcPct val="100000"/>
              </a:lnSpc>
              <a:spcBef>
                <a:spcPts val="0"/>
              </a:spcBef>
              <a:spcAft>
                <a:spcPts val="0"/>
              </a:spcAft>
              <a:buClr>
                <a:schemeClr val="dk1"/>
              </a:buClr>
              <a:buSzPts val="1800"/>
              <a:buChar char="•"/>
              <a:defRPr sz="1800" cap="none"/>
            </a:lvl7pPr>
            <a:lvl8pPr indent="-342900" lvl="7" marL="3657600" algn="l">
              <a:lnSpc>
                <a:spcPct val="100000"/>
              </a:lnSpc>
              <a:spcBef>
                <a:spcPts val="0"/>
              </a:spcBef>
              <a:spcAft>
                <a:spcPts val="0"/>
              </a:spcAft>
              <a:buClr>
                <a:schemeClr val="dk1"/>
              </a:buClr>
              <a:buSzPts val="1800"/>
              <a:buChar char="•"/>
              <a:defRPr sz="1800" cap="none"/>
            </a:lvl8pPr>
            <a:lvl9pPr indent="-342900" lvl="8" marL="4114800" algn="l">
              <a:lnSpc>
                <a:spcPct val="100000"/>
              </a:lnSpc>
              <a:spcBef>
                <a:spcPts val="0"/>
              </a:spcBef>
              <a:spcAft>
                <a:spcPts val="0"/>
              </a:spcAft>
              <a:buClr>
                <a:schemeClr val="dk1"/>
              </a:buClr>
              <a:buSzPts val="1800"/>
              <a:buChar char="•"/>
              <a:defRPr sz="1800" cap="none"/>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rgbClr val="8C8C8C"/>
              </a:buClr>
              <a:buSzPts val="1200"/>
              <a:buFont typeface="Calibri"/>
              <a:buNone/>
              <a:defRPr/>
            </a:lvl1pPr>
            <a:lvl2pPr indent="0" lvl="1" marL="0" algn="r">
              <a:lnSpc>
                <a:spcPct val="100000"/>
              </a:lnSpc>
              <a:spcBef>
                <a:spcPts val="0"/>
              </a:spcBef>
              <a:spcAft>
                <a:spcPts val="0"/>
              </a:spcAft>
              <a:buClr>
                <a:srgbClr val="8C8C8C"/>
              </a:buClr>
              <a:buSzPts val="1200"/>
              <a:buFont typeface="Calibri"/>
              <a:buNone/>
              <a:defRPr/>
            </a:lvl2pPr>
            <a:lvl3pPr indent="0" lvl="2" marL="0" algn="r">
              <a:lnSpc>
                <a:spcPct val="100000"/>
              </a:lnSpc>
              <a:spcBef>
                <a:spcPts val="0"/>
              </a:spcBef>
              <a:spcAft>
                <a:spcPts val="0"/>
              </a:spcAft>
              <a:buClr>
                <a:srgbClr val="8C8C8C"/>
              </a:buClr>
              <a:buSzPts val="1200"/>
              <a:buFont typeface="Calibri"/>
              <a:buNone/>
              <a:defRPr/>
            </a:lvl3pPr>
            <a:lvl4pPr indent="0" lvl="3" marL="0" algn="r">
              <a:lnSpc>
                <a:spcPct val="100000"/>
              </a:lnSpc>
              <a:spcBef>
                <a:spcPts val="0"/>
              </a:spcBef>
              <a:spcAft>
                <a:spcPts val="0"/>
              </a:spcAft>
              <a:buClr>
                <a:srgbClr val="8C8C8C"/>
              </a:buClr>
              <a:buSzPts val="1200"/>
              <a:buFont typeface="Calibri"/>
              <a:buNone/>
              <a:defRPr/>
            </a:lvl4pPr>
            <a:lvl5pPr indent="0" lvl="4" marL="0" algn="r">
              <a:lnSpc>
                <a:spcPct val="100000"/>
              </a:lnSpc>
              <a:spcBef>
                <a:spcPts val="0"/>
              </a:spcBef>
              <a:spcAft>
                <a:spcPts val="0"/>
              </a:spcAft>
              <a:buClr>
                <a:srgbClr val="8C8C8C"/>
              </a:buClr>
              <a:buSzPts val="1200"/>
              <a:buFont typeface="Calibri"/>
              <a:buNone/>
              <a:defRPr/>
            </a:lvl5pPr>
            <a:lvl6pPr indent="0" lvl="5" marL="0" algn="r">
              <a:lnSpc>
                <a:spcPct val="100000"/>
              </a:lnSpc>
              <a:spcBef>
                <a:spcPts val="0"/>
              </a:spcBef>
              <a:spcAft>
                <a:spcPts val="0"/>
              </a:spcAft>
              <a:buClr>
                <a:srgbClr val="8C8C8C"/>
              </a:buClr>
              <a:buSzPts val="1200"/>
              <a:buFont typeface="Calibri"/>
              <a:buNone/>
              <a:defRPr/>
            </a:lvl6pPr>
            <a:lvl7pPr indent="0" lvl="6" marL="0" algn="r">
              <a:lnSpc>
                <a:spcPct val="100000"/>
              </a:lnSpc>
              <a:spcBef>
                <a:spcPts val="0"/>
              </a:spcBef>
              <a:spcAft>
                <a:spcPts val="0"/>
              </a:spcAft>
              <a:buClr>
                <a:srgbClr val="8C8C8C"/>
              </a:buClr>
              <a:buSzPts val="1200"/>
              <a:buFont typeface="Calibri"/>
              <a:buNone/>
              <a:defRPr/>
            </a:lvl7pPr>
            <a:lvl8pPr indent="0" lvl="7" marL="0" algn="r">
              <a:lnSpc>
                <a:spcPct val="100000"/>
              </a:lnSpc>
              <a:spcBef>
                <a:spcPts val="0"/>
              </a:spcBef>
              <a:spcAft>
                <a:spcPts val="0"/>
              </a:spcAft>
              <a:buClr>
                <a:srgbClr val="8C8C8C"/>
              </a:buClr>
              <a:buSzPts val="1200"/>
              <a:buFont typeface="Calibri"/>
              <a:buNone/>
              <a:defRPr/>
            </a:lvl8pPr>
            <a:lvl9pPr indent="0" lvl="8" marL="0" algn="r">
              <a:lnSpc>
                <a:spcPct val="100000"/>
              </a:lnSpc>
              <a:spcBef>
                <a:spcPts val="0"/>
              </a:spcBef>
              <a:spcAft>
                <a:spcPts val="0"/>
              </a:spcAft>
              <a:buClr>
                <a:srgbClr val="8C8C8C"/>
              </a:buClr>
              <a:buSzPts val="1200"/>
              <a:buFont typeface="Calibri"/>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955"/>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42" name="Google Shape;42;p7"/>
          <p:cNvSpPr txBox="1"/>
          <p:nvPr>
            <p:ph idx="1" type="body"/>
          </p:nvPr>
        </p:nvSpPr>
        <p:spPr>
          <a:xfrm>
            <a:off x="457200" y="1535430"/>
            <a:ext cx="4040505" cy="639445"/>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0"/>
              </a:spcBef>
              <a:spcAft>
                <a:spcPts val="0"/>
              </a:spcAft>
              <a:buClr>
                <a:schemeClr val="dk1"/>
              </a:buClr>
              <a:buSzPts val="2400"/>
              <a:buNone/>
              <a:defRPr b="1" sz="2400" cap="none"/>
            </a:lvl1pPr>
            <a:lvl2pPr indent="-228600" lvl="1" marL="914400" algn="l">
              <a:lnSpc>
                <a:spcPct val="100000"/>
              </a:lnSpc>
              <a:spcBef>
                <a:spcPts val="0"/>
              </a:spcBef>
              <a:spcAft>
                <a:spcPts val="0"/>
              </a:spcAft>
              <a:buClr>
                <a:schemeClr val="dk1"/>
              </a:buClr>
              <a:buSzPts val="2000"/>
              <a:buNone/>
              <a:defRPr b="1" sz="2000" cap="none"/>
            </a:lvl2pPr>
            <a:lvl3pPr indent="-228600" lvl="2" marL="1371600" algn="l">
              <a:lnSpc>
                <a:spcPct val="100000"/>
              </a:lnSpc>
              <a:spcBef>
                <a:spcPts val="0"/>
              </a:spcBef>
              <a:spcAft>
                <a:spcPts val="0"/>
              </a:spcAft>
              <a:buClr>
                <a:schemeClr val="dk1"/>
              </a:buClr>
              <a:buSzPts val="1800"/>
              <a:buNone/>
              <a:defRPr b="1" sz="1800" cap="none"/>
            </a:lvl3pPr>
            <a:lvl4pPr indent="-228600" lvl="3" marL="1828800" algn="l">
              <a:lnSpc>
                <a:spcPct val="100000"/>
              </a:lnSpc>
              <a:spcBef>
                <a:spcPts val="0"/>
              </a:spcBef>
              <a:spcAft>
                <a:spcPts val="0"/>
              </a:spcAft>
              <a:buClr>
                <a:schemeClr val="dk1"/>
              </a:buClr>
              <a:buSzPts val="1600"/>
              <a:buNone/>
              <a:defRPr b="1" sz="1600" cap="none"/>
            </a:lvl4pPr>
            <a:lvl5pPr indent="-228600" lvl="4" marL="2286000" algn="l">
              <a:lnSpc>
                <a:spcPct val="100000"/>
              </a:lnSpc>
              <a:spcBef>
                <a:spcPts val="0"/>
              </a:spcBef>
              <a:spcAft>
                <a:spcPts val="0"/>
              </a:spcAft>
              <a:buClr>
                <a:schemeClr val="dk1"/>
              </a:buClr>
              <a:buSzPts val="1600"/>
              <a:buNone/>
              <a:defRPr b="1" sz="1600" cap="none"/>
            </a:lvl5pPr>
            <a:lvl6pPr indent="-228600" lvl="5" marL="2743200" algn="l">
              <a:lnSpc>
                <a:spcPct val="100000"/>
              </a:lnSpc>
              <a:spcBef>
                <a:spcPts val="0"/>
              </a:spcBef>
              <a:spcAft>
                <a:spcPts val="0"/>
              </a:spcAft>
              <a:buClr>
                <a:schemeClr val="dk1"/>
              </a:buClr>
              <a:buSzPts val="1600"/>
              <a:buNone/>
              <a:defRPr b="1" sz="1600" cap="none"/>
            </a:lvl6pPr>
            <a:lvl7pPr indent="-228600" lvl="6" marL="3200400" algn="l">
              <a:lnSpc>
                <a:spcPct val="100000"/>
              </a:lnSpc>
              <a:spcBef>
                <a:spcPts val="0"/>
              </a:spcBef>
              <a:spcAft>
                <a:spcPts val="0"/>
              </a:spcAft>
              <a:buClr>
                <a:schemeClr val="dk1"/>
              </a:buClr>
              <a:buSzPts val="1600"/>
              <a:buNone/>
              <a:defRPr b="1" sz="1600" cap="none"/>
            </a:lvl7pPr>
            <a:lvl8pPr indent="-228600" lvl="7" marL="3657600" algn="l">
              <a:lnSpc>
                <a:spcPct val="100000"/>
              </a:lnSpc>
              <a:spcBef>
                <a:spcPts val="0"/>
              </a:spcBef>
              <a:spcAft>
                <a:spcPts val="0"/>
              </a:spcAft>
              <a:buClr>
                <a:schemeClr val="dk1"/>
              </a:buClr>
              <a:buSzPts val="1600"/>
              <a:buNone/>
              <a:defRPr b="1" sz="1600" cap="none"/>
            </a:lvl8pPr>
            <a:lvl9pPr indent="-228600" lvl="8" marL="4114800" algn="l">
              <a:lnSpc>
                <a:spcPct val="100000"/>
              </a:lnSpc>
              <a:spcBef>
                <a:spcPts val="0"/>
              </a:spcBef>
              <a:spcAft>
                <a:spcPts val="0"/>
              </a:spcAft>
              <a:buClr>
                <a:schemeClr val="dk1"/>
              </a:buClr>
              <a:buSzPts val="1600"/>
              <a:buNone/>
              <a:defRPr b="1" sz="1600" cap="none"/>
            </a:lvl9pPr>
          </a:lstStyle>
          <a:p/>
        </p:txBody>
      </p:sp>
      <p:sp>
        <p:nvSpPr>
          <p:cNvPr id="43" name="Google Shape;43;p7"/>
          <p:cNvSpPr txBox="1"/>
          <p:nvPr>
            <p:ph idx="2" type="body"/>
          </p:nvPr>
        </p:nvSpPr>
        <p:spPr>
          <a:xfrm>
            <a:off x="457200" y="2174875"/>
            <a:ext cx="4040505" cy="3951605"/>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chemeClr val="dk1"/>
              </a:buClr>
              <a:buSzPts val="2400"/>
              <a:buChar char="•"/>
              <a:defRPr sz="2400" cap="none"/>
            </a:lvl1pPr>
            <a:lvl2pPr indent="-355600" lvl="1" marL="914400" algn="l">
              <a:lnSpc>
                <a:spcPct val="100000"/>
              </a:lnSpc>
              <a:spcBef>
                <a:spcPts val="0"/>
              </a:spcBef>
              <a:spcAft>
                <a:spcPts val="0"/>
              </a:spcAft>
              <a:buClr>
                <a:schemeClr val="dk1"/>
              </a:buClr>
              <a:buSzPts val="2000"/>
              <a:buChar char="–"/>
              <a:defRPr sz="2000" cap="none"/>
            </a:lvl2pPr>
            <a:lvl3pPr indent="-342900" lvl="2" marL="1371600" algn="l">
              <a:lnSpc>
                <a:spcPct val="100000"/>
              </a:lnSpc>
              <a:spcBef>
                <a:spcPts val="0"/>
              </a:spcBef>
              <a:spcAft>
                <a:spcPts val="0"/>
              </a:spcAft>
              <a:buClr>
                <a:schemeClr val="dk1"/>
              </a:buClr>
              <a:buSzPts val="1800"/>
              <a:buChar char="•"/>
              <a:defRPr sz="1800" cap="none"/>
            </a:lvl3pPr>
            <a:lvl4pPr indent="-330200" lvl="3" marL="1828800" algn="l">
              <a:lnSpc>
                <a:spcPct val="100000"/>
              </a:lnSpc>
              <a:spcBef>
                <a:spcPts val="0"/>
              </a:spcBef>
              <a:spcAft>
                <a:spcPts val="0"/>
              </a:spcAft>
              <a:buClr>
                <a:schemeClr val="dk1"/>
              </a:buClr>
              <a:buSzPts val="1600"/>
              <a:buChar char="–"/>
              <a:defRPr sz="1600" cap="none"/>
            </a:lvl4pPr>
            <a:lvl5pPr indent="-330200" lvl="4" marL="2286000" algn="l">
              <a:lnSpc>
                <a:spcPct val="100000"/>
              </a:lnSpc>
              <a:spcBef>
                <a:spcPts val="0"/>
              </a:spcBef>
              <a:spcAft>
                <a:spcPts val="0"/>
              </a:spcAft>
              <a:buClr>
                <a:schemeClr val="dk1"/>
              </a:buClr>
              <a:buSzPts val="1600"/>
              <a:buChar char="»"/>
              <a:defRPr sz="1600" cap="none"/>
            </a:lvl5pPr>
            <a:lvl6pPr indent="-330200" lvl="5" marL="2743200" algn="l">
              <a:lnSpc>
                <a:spcPct val="100000"/>
              </a:lnSpc>
              <a:spcBef>
                <a:spcPts val="0"/>
              </a:spcBef>
              <a:spcAft>
                <a:spcPts val="0"/>
              </a:spcAft>
              <a:buClr>
                <a:schemeClr val="dk1"/>
              </a:buClr>
              <a:buSzPts val="1600"/>
              <a:buChar char="•"/>
              <a:defRPr sz="1600" cap="none"/>
            </a:lvl6pPr>
            <a:lvl7pPr indent="-330200" lvl="6" marL="3200400" algn="l">
              <a:lnSpc>
                <a:spcPct val="100000"/>
              </a:lnSpc>
              <a:spcBef>
                <a:spcPts val="0"/>
              </a:spcBef>
              <a:spcAft>
                <a:spcPts val="0"/>
              </a:spcAft>
              <a:buClr>
                <a:schemeClr val="dk1"/>
              </a:buClr>
              <a:buSzPts val="1600"/>
              <a:buChar char="•"/>
              <a:defRPr sz="1600" cap="none"/>
            </a:lvl7pPr>
            <a:lvl8pPr indent="-330200" lvl="7" marL="3657600" algn="l">
              <a:lnSpc>
                <a:spcPct val="100000"/>
              </a:lnSpc>
              <a:spcBef>
                <a:spcPts val="0"/>
              </a:spcBef>
              <a:spcAft>
                <a:spcPts val="0"/>
              </a:spcAft>
              <a:buClr>
                <a:schemeClr val="dk1"/>
              </a:buClr>
              <a:buSzPts val="1600"/>
              <a:buChar char="•"/>
              <a:defRPr sz="1600" cap="none"/>
            </a:lvl8pPr>
            <a:lvl9pPr indent="-330200" lvl="8" marL="4114800" algn="l">
              <a:lnSpc>
                <a:spcPct val="100000"/>
              </a:lnSpc>
              <a:spcBef>
                <a:spcPts val="0"/>
              </a:spcBef>
              <a:spcAft>
                <a:spcPts val="0"/>
              </a:spcAft>
              <a:buClr>
                <a:schemeClr val="dk1"/>
              </a:buClr>
              <a:buSzPts val="1600"/>
              <a:buChar char="•"/>
              <a:defRPr sz="1600" cap="none"/>
            </a:lvl9pPr>
          </a:lstStyle>
          <a:p/>
        </p:txBody>
      </p:sp>
      <p:sp>
        <p:nvSpPr>
          <p:cNvPr id="44" name="Google Shape;44;p7"/>
          <p:cNvSpPr txBox="1"/>
          <p:nvPr>
            <p:ph idx="3" type="body"/>
          </p:nvPr>
        </p:nvSpPr>
        <p:spPr>
          <a:xfrm>
            <a:off x="4645025" y="1535430"/>
            <a:ext cx="4041775" cy="639445"/>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0"/>
              </a:spcBef>
              <a:spcAft>
                <a:spcPts val="0"/>
              </a:spcAft>
              <a:buClr>
                <a:schemeClr val="dk1"/>
              </a:buClr>
              <a:buSzPts val="2400"/>
              <a:buNone/>
              <a:defRPr b="1" sz="2400" cap="none"/>
            </a:lvl1pPr>
            <a:lvl2pPr indent="-228600" lvl="1" marL="914400" algn="l">
              <a:lnSpc>
                <a:spcPct val="100000"/>
              </a:lnSpc>
              <a:spcBef>
                <a:spcPts val="0"/>
              </a:spcBef>
              <a:spcAft>
                <a:spcPts val="0"/>
              </a:spcAft>
              <a:buClr>
                <a:schemeClr val="dk1"/>
              </a:buClr>
              <a:buSzPts val="2000"/>
              <a:buNone/>
              <a:defRPr b="1" sz="2000" cap="none"/>
            </a:lvl2pPr>
            <a:lvl3pPr indent="-228600" lvl="2" marL="1371600" algn="l">
              <a:lnSpc>
                <a:spcPct val="100000"/>
              </a:lnSpc>
              <a:spcBef>
                <a:spcPts val="0"/>
              </a:spcBef>
              <a:spcAft>
                <a:spcPts val="0"/>
              </a:spcAft>
              <a:buClr>
                <a:schemeClr val="dk1"/>
              </a:buClr>
              <a:buSzPts val="1800"/>
              <a:buNone/>
              <a:defRPr b="1" sz="1800" cap="none"/>
            </a:lvl3pPr>
            <a:lvl4pPr indent="-228600" lvl="3" marL="1828800" algn="l">
              <a:lnSpc>
                <a:spcPct val="100000"/>
              </a:lnSpc>
              <a:spcBef>
                <a:spcPts val="0"/>
              </a:spcBef>
              <a:spcAft>
                <a:spcPts val="0"/>
              </a:spcAft>
              <a:buClr>
                <a:schemeClr val="dk1"/>
              </a:buClr>
              <a:buSzPts val="1600"/>
              <a:buNone/>
              <a:defRPr b="1" sz="1600" cap="none"/>
            </a:lvl4pPr>
            <a:lvl5pPr indent="-228600" lvl="4" marL="2286000" algn="l">
              <a:lnSpc>
                <a:spcPct val="100000"/>
              </a:lnSpc>
              <a:spcBef>
                <a:spcPts val="0"/>
              </a:spcBef>
              <a:spcAft>
                <a:spcPts val="0"/>
              </a:spcAft>
              <a:buClr>
                <a:schemeClr val="dk1"/>
              </a:buClr>
              <a:buSzPts val="1600"/>
              <a:buNone/>
              <a:defRPr b="1" sz="1600" cap="none"/>
            </a:lvl5pPr>
            <a:lvl6pPr indent="-228600" lvl="5" marL="2743200" algn="l">
              <a:lnSpc>
                <a:spcPct val="100000"/>
              </a:lnSpc>
              <a:spcBef>
                <a:spcPts val="0"/>
              </a:spcBef>
              <a:spcAft>
                <a:spcPts val="0"/>
              </a:spcAft>
              <a:buClr>
                <a:schemeClr val="dk1"/>
              </a:buClr>
              <a:buSzPts val="1600"/>
              <a:buNone/>
              <a:defRPr b="1" sz="1600" cap="none"/>
            </a:lvl6pPr>
            <a:lvl7pPr indent="-228600" lvl="6" marL="3200400" algn="l">
              <a:lnSpc>
                <a:spcPct val="100000"/>
              </a:lnSpc>
              <a:spcBef>
                <a:spcPts val="0"/>
              </a:spcBef>
              <a:spcAft>
                <a:spcPts val="0"/>
              </a:spcAft>
              <a:buClr>
                <a:schemeClr val="dk1"/>
              </a:buClr>
              <a:buSzPts val="1600"/>
              <a:buNone/>
              <a:defRPr b="1" sz="1600" cap="none"/>
            </a:lvl7pPr>
            <a:lvl8pPr indent="-228600" lvl="7" marL="3657600" algn="l">
              <a:lnSpc>
                <a:spcPct val="100000"/>
              </a:lnSpc>
              <a:spcBef>
                <a:spcPts val="0"/>
              </a:spcBef>
              <a:spcAft>
                <a:spcPts val="0"/>
              </a:spcAft>
              <a:buClr>
                <a:schemeClr val="dk1"/>
              </a:buClr>
              <a:buSzPts val="1600"/>
              <a:buNone/>
              <a:defRPr b="1" sz="1600" cap="none"/>
            </a:lvl8pPr>
            <a:lvl9pPr indent="-228600" lvl="8" marL="4114800" algn="l">
              <a:lnSpc>
                <a:spcPct val="100000"/>
              </a:lnSpc>
              <a:spcBef>
                <a:spcPts val="0"/>
              </a:spcBef>
              <a:spcAft>
                <a:spcPts val="0"/>
              </a:spcAft>
              <a:buClr>
                <a:schemeClr val="dk1"/>
              </a:buClr>
              <a:buSzPts val="1600"/>
              <a:buNone/>
              <a:defRPr b="1" sz="1600" cap="none"/>
            </a:lvl9pPr>
          </a:lstStyle>
          <a:p/>
        </p:txBody>
      </p:sp>
      <p:sp>
        <p:nvSpPr>
          <p:cNvPr id="45" name="Google Shape;45;p7"/>
          <p:cNvSpPr txBox="1"/>
          <p:nvPr>
            <p:ph idx="4" type="body"/>
          </p:nvPr>
        </p:nvSpPr>
        <p:spPr>
          <a:xfrm>
            <a:off x="4645025" y="2174875"/>
            <a:ext cx="4041775" cy="3951605"/>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chemeClr val="dk1"/>
              </a:buClr>
              <a:buSzPts val="2400"/>
              <a:buChar char="•"/>
              <a:defRPr sz="2400" cap="none"/>
            </a:lvl1pPr>
            <a:lvl2pPr indent="-355600" lvl="1" marL="914400" algn="l">
              <a:lnSpc>
                <a:spcPct val="100000"/>
              </a:lnSpc>
              <a:spcBef>
                <a:spcPts val="0"/>
              </a:spcBef>
              <a:spcAft>
                <a:spcPts val="0"/>
              </a:spcAft>
              <a:buClr>
                <a:schemeClr val="dk1"/>
              </a:buClr>
              <a:buSzPts val="2000"/>
              <a:buChar char="–"/>
              <a:defRPr sz="2000" cap="none"/>
            </a:lvl2pPr>
            <a:lvl3pPr indent="-342900" lvl="2" marL="1371600" algn="l">
              <a:lnSpc>
                <a:spcPct val="100000"/>
              </a:lnSpc>
              <a:spcBef>
                <a:spcPts val="0"/>
              </a:spcBef>
              <a:spcAft>
                <a:spcPts val="0"/>
              </a:spcAft>
              <a:buClr>
                <a:schemeClr val="dk1"/>
              </a:buClr>
              <a:buSzPts val="1800"/>
              <a:buChar char="•"/>
              <a:defRPr sz="1800" cap="none"/>
            </a:lvl3pPr>
            <a:lvl4pPr indent="-330200" lvl="3" marL="1828800" algn="l">
              <a:lnSpc>
                <a:spcPct val="100000"/>
              </a:lnSpc>
              <a:spcBef>
                <a:spcPts val="0"/>
              </a:spcBef>
              <a:spcAft>
                <a:spcPts val="0"/>
              </a:spcAft>
              <a:buClr>
                <a:schemeClr val="dk1"/>
              </a:buClr>
              <a:buSzPts val="1600"/>
              <a:buChar char="–"/>
              <a:defRPr sz="1600" cap="none"/>
            </a:lvl4pPr>
            <a:lvl5pPr indent="-330200" lvl="4" marL="2286000" algn="l">
              <a:lnSpc>
                <a:spcPct val="100000"/>
              </a:lnSpc>
              <a:spcBef>
                <a:spcPts val="0"/>
              </a:spcBef>
              <a:spcAft>
                <a:spcPts val="0"/>
              </a:spcAft>
              <a:buClr>
                <a:schemeClr val="dk1"/>
              </a:buClr>
              <a:buSzPts val="1600"/>
              <a:buChar char="»"/>
              <a:defRPr sz="1600" cap="none"/>
            </a:lvl5pPr>
            <a:lvl6pPr indent="-330200" lvl="5" marL="2743200" algn="l">
              <a:lnSpc>
                <a:spcPct val="100000"/>
              </a:lnSpc>
              <a:spcBef>
                <a:spcPts val="0"/>
              </a:spcBef>
              <a:spcAft>
                <a:spcPts val="0"/>
              </a:spcAft>
              <a:buClr>
                <a:schemeClr val="dk1"/>
              </a:buClr>
              <a:buSzPts val="1600"/>
              <a:buChar char="•"/>
              <a:defRPr sz="1600" cap="none"/>
            </a:lvl6pPr>
            <a:lvl7pPr indent="-330200" lvl="6" marL="3200400" algn="l">
              <a:lnSpc>
                <a:spcPct val="100000"/>
              </a:lnSpc>
              <a:spcBef>
                <a:spcPts val="0"/>
              </a:spcBef>
              <a:spcAft>
                <a:spcPts val="0"/>
              </a:spcAft>
              <a:buClr>
                <a:schemeClr val="dk1"/>
              </a:buClr>
              <a:buSzPts val="1600"/>
              <a:buChar char="•"/>
              <a:defRPr sz="1600" cap="none"/>
            </a:lvl7pPr>
            <a:lvl8pPr indent="-330200" lvl="7" marL="3657600" algn="l">
              <a:lnSpc>
                <a:spcPct val="100000"/>
              </a:lnSpc>
              <a:spcBef>
                <a:spcPts val="0"/>
              </a:spcBef>
              <a:spcAft>
                <a:spcPts val="0"/>
              </a:spcAft>
              <a:buClr>
                <a:schemeClr val="dk1"/>
              </a:buClr>
              <a:buSzPts val="1600"/>
              <a:buChar char="•"/>
              <a:defRPr sz="1600" cap="none"/>
            </a:lvl8pPr>
            <a:lvl9pPr indent="-330200" lvl="8" marL="4114800" algn="l">
              <a:lnSpc>
                <a:spcPct val="100000"/>
              </a:lnSpc>
              <a:spcBef>
                <a:spcPts val="0"/>
              </a:spcBef>
              <a:spcAft>
                <a:spcPts val="0"/>
              </a:spcAft>
              <a:buClr>
                <a:schemeClr val="dk1"/>
              </a:buClr>
              <a:buSzPts val="1600"/>
              <a:buChar char="•"/>
              <a:defRPr sz="1600" cap="none"/>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rgbClr val="8C8C8C"/>
              </a:buClr>
              <a:buSzPts val="1200"/>
              <a:buFont typeface="Calibri"/>
              <a:buNone/>
              <a:defRPr/>
            </a:lvl1pPr>
            <a:lvl2pPr indent="0" lvl="1" marL="0" algn="r">
              <a:lnSpc>
                <a:spcPct val="100000"/>
              </a:lnSpc>
              <a:spcBef>
                <a:spcPts val="0"/>
              </a:spcBef>
              <a:spcAft>
                <a:spcPts val="0"/>
              </a:spcAft>
              <a:buClr>
                <a:srgbClr val="8C8C8C"/>
              </a:buClr>
              <a:buSzPts val="1200"/>
              <a:buFont typeface="Calibri"/>
              <a:buNone/>
              <a:defRPr/>
            </a:lvl2pPr>
            <a:lvl3pPr indent="0" lvl="2" marL="0" algn="r">
              <a:lnSpc>
                <a:spcPct val="100000"/>
              </a:lnSpc>
              <a:spcBef>
                <a:spcPts val="0"/>
              </a:spcBef>
              <a:spcAft>
                <a:spcPts val="0"/>
              </a:spcAft>
              <a:buClr>
                <a:srgbClr val="8C8C8C"/>
              </a:buClr>
              <a:buSzPts val="1200"/>
              <a:buFont typeface="Calibri"/>
              <a:buNone/>
              <a:defRPr/>
            </a:lvl3pPr>
            <a:lvl4pPr indent="0" lvl="3" marL="0" algn="r">
              <a:lnSpc>
                <a:spcPct val="100000"/>
              </a:lnSpc>
              <a:spcBef>
                <a:spcPts val="0"/>
              </a:spcBef>
              <a:spcAft>
                <a:spcPts val="0"/>
              </a:spcAft>
              <a:buClr>
                <a:srgbClr val="8C8C8C"/>
              </a:buClr>
              <a:buSzPts val="1200"/>
              <a:buFont typeface="Calibri"/>
              <a:buNone/>
              <a:defRPr/>
            </a:lvl4pPr>
            <a:lvl5pPr indent="0" lvl="4" marL="0" algn="r">
              <a:lnSpc>
                <a:spcPct val="100000"/>
              </a:lnSpc>
              <a:spcBef>
                <a:spcPts val="0"/>
              </a:spcBef>
              <a:spcAft>
                <a:spcPts val="0"/>
              </a:spcAft>
              <a:buClr>
                <a:srgbClr val="8C8C8C"/>
              </a:buClr>
              <a:buSzPts val="1200"/>
              <a:buFont typeface="Calibri"/>
              <a:buNone/>
              <a:defRPr/>
            </a:lvl5pPr>
            <a:lvl6pPr indent="0" lvl="5" marL="0" algn="r">
              <a:lnSpc>
                <a:spcPct val="100000"/>
              </a:lnSpc>
              <a:spcBef>
                <a:spcPts val="0"/>
              </a:spcBef>
              <a:spcAft>
                <a:spcPts val="0"/>
              </a:spcAft>
              <a:buClr>
                <a:srgbClr val="8C8C8C"/>
              </a:buClr>
              <a:buSzPts val="1200"/>
              <a:buFont typeface="Calibri"/>
              <a:buNone/>
              <a:defRPr/>
            </a:lvl6pPr>
            <a:lvl7pPr indent="0" lvl="6" marL="0" algn="r">
              <a:lnSpc>
                <a:spcPct val="100000"/>
              </a:lnSpc>
              <a:spcBef>
                <a:spcPts val="0"/>
              </a:spcBef>
              <a:spcAft>
                <a:spcPts val="0"/>
              </a:spcAft>
              <a:buClr>
                <a:srgbClr val="8C8C8C"/>
              </a:buClr>
              <a:buSzPts val="1200"/>
              <a:buFont typeface="Calibri"/>
              <a:buNone/>
              <a:defRPr/>
            </a:lvl7pPr>
            <a:lvl8pPr indent="0" lvl="7" marL="0" algn="r">
              <a:lnSpc>
                <a:spcPct val="100000"/>
              </a:lnSpc>
              <a:spcBef>
                <a:spcPts val="0"/>
              </a:spcBef>
              <a:spcAft>
                <a:spcPts val="0"/>
              </a:spcAft>
              <a:buClr>
                <a:srgbClr val="8C8C8C"/>
              </a:buClr>
              <a:buSzPts val="1200"/>
              <a:buFont typeface="Calibri"/>
              <a:buNone/>
              <a:defRPr/>
            </a:lvl8pPr>
            <a:lvl9pPr indent="0" lvl="8" marL="0" algn="r">
              <a:lnSpc>
                <a:spcPct val="100000"/>
              </a:lnSpc>
              <a:spcBef>
                <a:spcPts val="0"/>
              </a:spcBef>
              <a:spcAft>
                <a:spcPts val="0"/>
              </a:spcAft>
              <a:buClr>
                <a:srgbClr val="8C8C8C"/>
              </a:buClr>
              <a:buSzPts val="1200"/>
              <a:buFont typeface="Calibri"/>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955"/>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rgbClr val="8C8C8C"/>
              </a:buClr>
              <a:buSzPts val="1200"/>
              <a:buFont typeface="Calibri"/>
              <a:buNone/>
              <a:defRPr/>
            </a:lvl1pPr>
            <a:lvl2pPr indent="0" lvl="1" marL="0" algn="r">
              <a:lnSpc>
                <a:spcPct val="100000"/>
              </a:lnSpc>
              <a:spcBef>
                <a:spcPts val="0"/>
              </a:spcBef>
              <a:spcAft>
                <a:spcPts val="0"/>
              </a:spcAft>
              <a:buClr>
                <a:srgbClr val="8C8C8C"/>
              </a:buClr>
              <a:buSzPts val="1200"/>
              <a:buFont typeface="Calibri"/>
              <a:buNone/>
              <a:defRPr/>
            </a:lvl2pPr>
            <a:lvl3pPr indent="0" lvl="2" marL="0" algn="r">
              <a:lnSpc>
                <a:spcPct val="100000"/>
              </a:lnSpc>
              <a:spcBef>
                <a:spcPts val="0"/>
              </a:spcBef>
              <a:spcAft>
                <a:spcPts val="0"/>
              </a:spcAft>
              <a:buClr>
                <a:srgbClr val="8C8C8C"/>
              </a:buClr>
              <a:buSzPts val="1200"/>
              <a:buFont typeface="Calibri"/>
              <a:buNone/>
              <a:defRPr/>
            </a:lvl3pPr>
            <a:lvl4pPr indent="0" lvl="3" marL="0" algn="r">
              <a:lnSpc>
                <a:spcPct val="100000"/>
              </a:lnSpc>
              <a:spcBef>
                <a:spcPts val="0"/>
              </a:spcBef>
              <a:spcAft>
                <a:spcPts val="0"/>
              </a:spcAft>
              <a:buClr>
                <a:srgbClr val="8C8C8C"/>
              </a:buClr>
              <a:buSzPts val="1200"/>
              <a:buFont typeface="Calibri"/>
              <a:buNone/>
              <a:defRPr/>
            </a:lvl4pPr>
            <a:lvl5pPr indent="0" lvl="4" marL="0" algn="r">
              <a:lnSpc>
                <a:spcPct val="100000"/>
              </a:lnSpc>
              <a:spcBef>
                <a:spcPts val="0"/>
              </a:spcBef>
              <a:spcAft>
                <a:spcPts val="0"/>
              </a:spcAft>
              <a:buClr>
                <a:srgbClr val="8C8C8C"/>
              </a:buClr>
              <a:buSzPts val="1200"/>
              <a:buFont typeface="Calibri"/>
              <a:buNone/>
              <a:defRPr/>
            </a:lvl5pPr>
            <a:lvl6pPr indent="0" lvl="5" marL="0" algn="r">
              <a:lnSpc>
                <a:spcPct val="100000"/>
              </a:lnSpc>
              <a:spcBef>
                <a:spcPts val="0"/>
              </a:spcBef>
              <a:spcAft>
                <a:spcPts val="0"/>
              </a:spcAft>
              <a:buClr>
                <a:srgbClr val="8C8C8C"/>
              </a:buClr>
              <a:buSzPts val="1200"/>
              <a:buFont typeface="Calibri"/>
              <a:buNone/>
              <a:defRPr/>
            </a:lvl6pPr>
            <a:lvl7pPr indent="0" lvl="6" marL="0" algn="r">
              <a:lnSpc>
                <a:spcPct val="100000"/>
              </a:lnSpc>
              <a:spcBef>
                <a:spcPts val="0"/>
              </a:spcBef>
              <a:spcAft>
                <a:spcPts val="0"/>
              </a:spcAft>
              <a:buClr>
                <a:srgbClr val="8C8C8C"/>
              </a:buClr>
              <a:buSzPts val="1200"/>
              <a:buFont typeface="Calibri"/>
              <a:buNone/>
              <a:defRPr/>
            </a:lvl7pPr>
            <a:lvl8pPr indent="0" lvl="7" marL="0" algn="r">
              <a:lnSpc>
                <a:spcPct val="100000"/>
              </a:lnSpc>
              <a:spcBef>
                <a:spcPts val="0"/>
              </a:spcBef>
              <a:spcAft>
                <a:spcPts val="0"/>
              </a:spcAft>
              <a:buClr>
                <a:srgbClr val="8C8C8C"/>
              </a:buClr>
              <a:buSzPts val="1200"/>
              <a:buFont typeface="Calibri"/>
              <a:buNone/>
              <a:defRPr/>
            </a:lvl8pPr>
            <a:lvl9pPr indent="0" lvl="8" marL="0" algn="r">
              <a:lnSpc>
                <a:spcPct val="100000"/>
              </a:lnSpc>
              <a:spcBef>
                <a:spcPts val="0"/>
              </a:spcBef>
              <a:spcAft>
                <a:spcPts val="0"/>
              </a:spcAft>
              <a:buClr>
                <a:srgbClr val="8C8C8C"/>
              </a:buClr>
              <a:buSzPts val="1200"/>
              <a:buFont typeface="Calibri"/>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630" cy="11620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1"/>
              </a:buClr>
              <a:buSzPts val="2000"/>
              <a:buFont typeface="Calibri"/>
              <a:buNone/>
              <a:defRPr b="1" sz="2000" cap="none"/>
            </a:lvl1pPr>
            <a:lvl2pPr lvl="1" algn="l">
              <a:lnSpc>
                <a:spcPct val="100000"/>
              </a:lnSpc>
              <a:spcBef>
                <a:spcPts val="0"/>
              </a:spcBef>
              <a:spcAft>
                <a:spcPts val="0"/>
              </a:spcAft>
              <a:buClr>
                <a:schemeClr val="dk1"/>
              </a:buClr>
              <a:buSzPts val="1800"/>
              <a:buFont typeface="Calibri"/>
              <a:buNone/>
              <a:defRPr/>
            </a:lvl2pPr>
            <a:lvl3pPr lvl="2" algn="l">
              <a:lnSpc>
                <a:spcPct val="100000"/>
              </a:lnSpc>
              <a:spcBef>
                <a:spcPts val="0"/>
              </a:spcBef>
              <a:spcAft>
                <a:spcPts val="0"/>
              </a:spcAft>
              <a:buClr>
                <a:schemeClr val="dk1"/>
              </a:buClr>
              <a:buSzPts val="1800"/>
              <a:buFont typeface="Calibri"/>
              <a:buNone/>
              <a:defRPr/>
            </a:lvl3pPr>
            <a:lvl4pPr lvl="3" algn="l">
              <a:lnSpc>
                <a:spcPct val="100000"/>
              </a:lnSpc>
              <a:spcBef>
                <a:spcPts val="0"/>
              </a:spcBef>
              <a:spcAft>
                <a:spcPts val="0"/>
              </a:spcAft>
              <a:buClr>
                <a:schemeClr val="dk1"/>
              </a:buClr>
              <a:buSzPts val="1800"/>
              <a:buFont typeface="Calibri"/>
              <a:buNone/>
              <a:defRPr/>
            </a:lvl4pPr>
            <a:lvl5pPr lvl="4" algn="l">
              <a:lnSpc>
                <a:spcPct val="100000"/>
              </a:lnSpc>
              <a:spcBef>
                <a:spcPts val="0"/>
              </a:spcBef>
              <a:spcAft>
                <a:spcPts val="0"/>
              </a:spcAft>
              <a:buClr>
                <a:schemeClr val="dk1"/>
              </a:buClr>
              <a:buSzPts val="1800"/>
              <a:buFont typeface="Calibri"/>
              <a:buNone/>
              <a:defRPr/>
            </a:lvl5pPr>
            <a:lvl6pPr lvl="5" algn="l">
              <a:lnSpc>
                <a:spcPct val="100000"/>
              </a:lnSpc>
              <a:spcBef>
                <a:spcPts val="0"/>
              </a:spcBef>
              <a:spcAft>
                <a:spcPts val="0"/>
              </a:spcAft>
              <a:buClr>
                <a:schemeClr val="dk1"/>
              </a:buClr>
              <a:buSzPts val="1800"/>
              <a:buFont typeface="Calibri"/>
              <a:buNone/>
              <a:defRPr/>
            </a:lvl6pPr>
            <a:lvl7pPr lvl="6" algn="l">
              <a:lnSpc>
                <a:spcPct val="100000"/>
              </a:lnSpc>
              <a:spcBef>
                <a:spcPts val="0"/>
              </a:spcBef>
              <a:spcAft>
                <a:spcPts val="0"/>
              </a:spcAft>
              <a:buClr>
                <a:schemeClr val="dk1"/>
              </a:buClr>
              <a:buSzPts val="1800"/>
              <a:buFont typeface="Calibri"/>
              <a:buNone/>
              <a:defRPr/>
            </a:lvl7pPr>
            <a:lvl8pPr lvl="7" algn="l">
              <a:lnSpc>
                <a:spcPct val="100000"/>
              </a:lnSpc>
              <a:spcBef>
                <a:spcPts val="0"/>
              </a:spcBef>
              <a:spcAft>
                <a:spcPts val="0"/>
              </a:spcAft>
              <a:buClr>
                <a:schemeClr val="dk1"/>
              </a:buClr>
              <a:buSzPts val="1800"/>
              <a:buFont typeface="Calibri"/>
              <a:buNone/>
              <a:defRPr/>
            </a:lvl8pPr>
            <a:lvl9pPr lvl="8" algn="l">
              <a:lnSpc>
                <a:spcPct val="100000"/>
              </a:lnSpc>
              <a:spcBef>
                <a:spcPts val="0"/>
              </a:spcBef>
              <a:spcAft>
                <a:spcPts val="0"/>
              </a:spcAft>
              <a:buClr>
                <a:schemeClr val="dk1"/>
              </a:buClr>
              <a:buSzPts val="1800"/>
              <a:buFont typeface="Calibri"/>
              <a:buNone/>
              <a:defRPr/>
            </a:lvl9pPr>
          </a:lstStyle>
          <a:p/>
        </p:txBody>
      </p:sp>
      <p:sp>
        <p:nvSpPr>
          <p:cNvPr id="56" name="Google Shape;56;p9"/>
          <p:cNvSpPr txBox="1"/>
          <p:nvPr>
            <p:ph idx="1" type="body"/>
          </p:nvPr>
        </p:nvSpPr>
        <p:spPr>
          <a:xfrm>
            <a:off x="3575050" y="273050"/>
            <a:ext cx="5111750" cy="5853430"/>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0"/>
              </a:spcBef>
              <a:spcAft>
                <a:spcPts val="0"/>
              </a:spcAft>
              <a:buClr>
                <a:schemeClr val="dk1"/>
              </a:buClr>
              <a:buSzPts val="3200"/>
              <a:buChar char="•"/>
              <a:defRPr sz="3200" cap="none"/>
            </a:lvl1pPr>
            <a:lvl2pPr indent="-406400" lvl="1" marL="914400" algn="l">
              <a:lnSpc>
                <a:spcPct val="100000"/>
              </a:lnSpc>
              <a:spcBef>
                <a:spcPts val="0"/>
              </a:spcBef>
              <a:spcAft>
                <a:spcPts val="0"/>
              </a:spcAft>
              <a:buClr>
                <a:schemeClr val="dk1"/>
              </a:buClr>
              <a:buSzPts val="2800"/>
              <a:buChar char="–"/>
              <a:defRPr sz="2800" cap="none"/>
            </a:lvl2pPr>
            <a:lvl3pPr indent="-381000" lvl="2" marL="1371600" algn="l">
              <a:lnSpc>
                <a:spcPct val="100000"/>
              </a:lnSpc>
              <a:spcBef>
                <a:spcPts val="0"/>
              </a:spcBef>
              <a:spcAft>
                <a:spcPts val="0"/>
              </a:spcAft>
              <a:buClr>
                <a:schemeClr val="dk1"/>
              </a:buClr>
              <a:buSzPts val="2400"/>
              <a:buChar char="•"/>
              <a:defRPr sz="2400" cap="none"/>
            </a:lvl3pPr>
            <a:lvl4pPr indent="-355600" lvl="3" marL="1828800" algn="l">
              <a:lnSpc>
                <a:spcPct val="100000"/>
              </a:lnSpc>
              <a:spcBef>
                <a:spcPts val="0"/>
              </a:spcBef>
              <a:spcAft>
                <a:spcPts val="0"/>
              </a:spcAft>
              <a:buClr>
                <a:schemeClr val="dk1"/>
              </a:buClr>
              <a:buSzPts val="2000"/>
              <a:buChar char="–"/>
              <a:defRPr sz="2000" cap="none"/>
            </a:lvl4pPr>
            <a:lvl5pPr indent="-355600" lvl="4" marL="2286000" algn="l">
              <a:lnSpc>
                <a:spcPct val="100000"/>
              </a:lnSpc>
              <a:spcBef>
                <a:spcPts val="0"/>
              </a:spcBef>
              <a:spcAft>
                <a:spcPts val="0"/>
              </a:spcAft>
              <a:buClr>
                <a:schemeClr val="dk1"/>
              </a:buClr>
              <a:buSzPts val="2000"/>
              <a:buChar char="»"/>
              <a:defRPr sz="2000" cap="none"/>
            </a:lvl5pPr>
            <a:lvl6pPr indent="-355600" lvl="5" marL="2743200" algn="l">
              <a:lnSpc>
                <a:spcPct val="100000"/>
              </a:lnSpc>
              <a:spcBef>
                <a:spcPts val="0"/>
              </a:spcBef>
              <a:spcAft>
                <a:spcPts val="0"/>
              </a:spcAft>
              <a:buClr>
                <a:schemeClr val="dk1"/>
              </a:buClr>
              <a:buSzPts val="2000"/>
              <a:buChar char="•"/>
              <a:defRPr sz="2000" cap="none"/>
            </a:lvl6pPr>
            <a:lvl7pPr indent="-355600" lvl="6" marL="3200400" algn="l">
              <a:lnSpc>
                <a:spcPct val="100000"/>
              </a:lnSpc>
              <a:spcBef>
                <a:spcPts val="0"/>
              </a:spcBef>
              <a:spcAft>
                <a:spcPts val="0"/>
              </a:spcAft>
              <a:buClr>
                <a:schemeClr val="dk1"/>
              </a:buClr>
              <a:buSzPts val="2000"/>
              <a:buChar char="•"/>
              <a:defRPr sz="2000" cap="none"/>
            </a:lvl7pPr>
            <a:lvl8pPr indent="-355600" lvl="7" marL="3657600" algn="l">
              <a:lnSpc>
                <a:spcPct val="100000"/>
              </a:lnSpc>
              <a:spcBef>
                <a:spcPts val="0"/>
              </a:spcBef>
              <a:spcAft>
                <a:spcPts val="0"/>
              </a:spcAft>
              <a:buClr>
                <a:schemeClr val="dk1"/>
              </a:buClr>
              <a:buSzPts val="2000"/>
              <a:buChar char="•"/>
              <a:defRPr sz="2000" cap="none"/>
            </a:lvl8pPr>
            <a:lvl9pPr indent="-355600" lvl="8" marL="4114800" algn="l">
              <a:lnSpc>
                <a:spcPct val="100000"/>
              </a:lnSpc>
              <a:spcBef>
                <a:spcPts val="0"/>
              </a:spcBef>
              <a:spcAft>
                <a:spcPts val="0"/>
              </a:spcAft>
              <a:buClr>
                <a:schemeClr val="dk1"/>
              </a:buClr>
              <a:buSzPts val="2000"/>
              <a:buChar char="•"/>
              <a:defRPr sz="2000" cap="none"/>
            </a:lvl9pPr>
          </a:lstStyle>
          <a:p/>
        </p:txBody>
      </p:sp>
      <p:sp>
        <p:nvSpPr>
          <p:cNvPr id="57" name="Google Shape;57;p9"/>
          <p:cNvSpPr txBox="1"/>
          <p:nvPr>
            <p:ph idx="2" type="body"/>
          </p:nvPr>
        </p:nvSpPr>
        <p:spPr>
          <a:xfrm>
            <a:off x="457200" y="1435100"/>
            <a:ext cx="3008630" cy="469138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dk1"/>
              </a:buClr>
              <a:buSzPts val="1400"/>
              <a:buNone/>
              <a:defRPr sz="1400" cap="none"/>
            </a:lvl1pPr>
            <a:lvl2pPr indent="-228600" lvl="1" marL="914400" algn="l">
              <a:lnSpc>
                <a:spcPct val="100000"/>
              </a:lnSpc>
              <a:spcBef>
                <a:spcPts val="0"/>
              </a:spcBef>
              <a:spcAft>
                <a:spcPts val="0"/>
              </a:spcAft>
              <a:buClr>
                <a:schemeClr val="dk1"/>
              </a:buClr>
              <a:buSzPts val="1200"/>
              <a:buNone/>
              <a:defRPr sz="1200" cap="none"/>
            </a:lvl2pPr>
            <a:lvl3pPr indent="-228600" lvl="2" marL="1371600" algn="l">
              <a:lnSpc>
                <a:spcPct val="100000"/>
              </a:lnSpc>
              <a:spcBef>
                <a:spcPts val="0"/>
              </a:spcBef>
              <a:spcAft>
                <a:spcPts val="0"/>
              </a:spcAft>
              <a:buClr>
                <a:schemeClr val="dk1"/>
              </a:buClr>
              <a:buSzPts val="1000"/>
              <a:buNone/>
              <a:defRPr sz="1000" cap="none"/>
            </a:lvl3pPr>
            <a:lvl4pPr indent="-228600" lvl="3" marL="1828800" algn="l">
              <a:lnSpc>
                <a:spcPct val="100000"/>
              </a:lnSpc>
              <a:spcBef>
                <a:spcPts val="0"/>
              </a:spcBef>
              <a:spcAft>
                <a:spcPts val="0"/>
              </a:spcAft>
              <a:buClr>
                <a:schemeClr val="dk1"/>
              </a:buClr>
              <a:buSzPts val="900"/>
              <a:buNone/>
              <a:defRPr sz="900" cap="none"/>
            </a:lvl4pPr>
            <a:lvl5pPr indent="-228600" lvl="4" marL="2286000" algn="l">
              <a:lnSpc>
                <a:spcPct val="100000"/>
              </a:lnSpc>
              <a:spcBef>
                <a:spcPts val="0"/>
              </a:spcBef>
              <a:spcAft>
                <a:spcPts val="0"/>
              </a:spcAft>
              <a:buClr>
                <a:schemeClr val="dk1"/>
              </a:buClr>
              <a:buSzPts val="900"/>
              <a:buNone/>
              <a:defRPr sz="900" cap="none"/>
            </a:lvl5pPr>
            <a:lvl6pPr indent="-228600" lvl="5" marL="2743200" algn="l">
              <a:lnSpc>
                <a:spcPct val="100000"/>
              </a:lnSpc>
              <a:spcBef>
                <a:spcPts val="0"/>
              </a:spcBef>
              <a:spcAft>
                <a:spcPts val="0"/>
              </a:spcAft>
              <a:buClr>
                <a:schemeClr val="dk1"/>
              </a:buClr>
              <a:buSzPts val="900"/>
              <a:buNone/>
              <a:defRPr sz="900" cap="none"/>
            </a:lvl6pPr>
            <a:lvl7pPr indent="-228600" lvl="6" marL="3200400" algn="l">
              <a:lnSpc>
                <a:spcPct val="100000"/>
              </a:lnSpc>
              <a:spcBef>
                <a:spcPts val="0"/>
              </a:spcBef>
              <a:spcAft>
                <a:spcPts val="0"/>
              </a:spcAft>
              <a:buClr>
                <a:schemeClr val="dk1"/>
              </a:buClr>
              <a:buSzPts val="900"/>
              <a:buNone/>
              <a:defRPr sz="900" cap="none"/>
            </a:lvl7pPr>
            <a:lvl8pPr indent="-228600" lvl="7" marL="3657600" algn="l">
              <a:lnSpc>
                <a:spcPct val="100000"/>
              </a:lnSpc>
              <a:spcBef>
                <a:spcPts val="0"/>
              </a:spcBef>
              <a:spcAft>
                <a:spcPts val="0"/>
              </a:spcAft>
              <a:buClr>
                <a:schemeClr val="dk1"/>
              </a:buClr>
              <a:buSzPts val="900"/>
              <a:buNone/>
              <a:defRPr sz="900" cap="none"/>
            </a:lvl8pPr>
            <a:lvl9pPr indent="-228600" lvl="8" marL="4114800" algn="l">
              <a:lnSpc>
                <a:spcPct val="100000"/>
              </a:lnSpc>
              <a:spcBef>
                <a:spcPts val="0"/>
              </a:spcBef>
              <a:spcAft>
                <a:spcPts val="0"/>
              </a:spcAft>
              <a:buClr>
                <a:schemeClr val="dk1"/>
              </a:buClr>
              <a:buSzPts val="900"/>
              <a:buNone/>
              <a:defRPr sz="900" cap="none"/>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rgbClr val="8C8C8C"/>
              </a:buClr>
              <a:buSzPts val="1200"/>
              <a:buFont typeface="Calibri"/>
              <a:buNone/>
              <a:defRPr/>
            </a:lvl1pPr>
            <a:lvl2pPr indent="0" lvl="1" marL="0" algn="r">
              <a:lnSpc>
                <a:spcPct val="100000"/>
              </a:lnSpc>
              <a:spcBef>
                <a:spcPts val="0"/>
              </a:spcBef>
              <a:spcAft>
                <a:spcPts val="0"/>
              </a:spcAft>
              <a:buClr>
                <a:srgbClr val="8C8C8C"/>
              </a:buClr>
              <a:buSzPts val="1200"/>
              <a:buFont typeface="Calibri"/>
              <a:buNone/>
              <a:defRPr/>
            </a:lvl2pPr>
            <a:lvl3pPr indent="0" lvl="2" marL="0" algn="r">
              <a:lnSpc>
                <a:spcPct val="100000"/>
              </a:lnSpc>
              <a:spcBef>
                <a:spcPts val="0"/>
              </a:spcBef>
              <a:spcAft>
                <a:spcPts val="0"/>
              </a:spcAft>
              <a:buClr>
                <a:srgbClr val="8C8C8C"/>
              </a:buClr>
              <a:buSzPts val="1200"/>
              <a:buFont typeface="Calibri"/>
              <a:buNone/>
              <a:defRPr/>
            </a:lvl3pPr>
            <a:lvl4pPr indent="0" lvl="3" marL="0" algn="r">
              <a:lnSpc>
                <a:spcPct val="100000"/>
              </a:lnSpc>
              <a:spcBef>
                <a:spcPts val="0"/>
              </a:spcBef>
              <a:spcAft>
                <a:spcPts val="0"/>
              </a:spcAft>
              <a:buClr>
                <a:srgbClr val="8C8C8C"/>
              </a:buClr>
              <a:buSzPts val="1200"/>
              <a:buFont typeface="Calibri"/>
              <a:buNone/>
              <a:defRPr/>
            </a:lvl4pPr>
            <a:lvl5pPr indent="0" lvl="4" marL="0" algn="r">
              <a:lnSpc>
                <a:spcPct val="100000"/>
              </a:lnSpc>
              <a:spcBef>
                <a:spcPts val="0"/>
              </a:spcBef>
              <a:spcAft>
                <a:spcPts val="0"/>
              </a:spcAft>
              <a:buClr>
                <a:srgbClr val="8C8C8C"/>
              </a:buClr>
              <a:buSzPts val="1200"/>
              <a:buFont typeface="Calibri"/>
              <a:buNone/>
              <a:defRPr/>
            </a:lvl5pPr>
            <a:lvl6pPr indent="0" lvl="5" marL="0" algn="r">
              <a:lnSpc>
                <a:spcPct val="100000"/>
              </a:lnSpc>
              <a:spcBef>
                <a:spcPts val="0"/>
              </a:spcBef>
              <a:spcAft>
                <a:spcPts val="0"/>
              </a:spcAft>
              <a:buClr>
                <a:srgbClr val="8C8C8C"/>
              </a:buClr>
              <a:buSzPts val="1200"/>
              <a:buFont typeface="Calibri"/>
              <a:buNone/>
              <a:defRPr/>
            </a:lvl6pPr>
            <a:lvl7pPr indent="0" lvl="6" marL="0" algn="r">
              <a:lnSpc>
                <a:spcPct val="100000"/>
              </a:lnSpc>
              <a:spcBef>
                <a:spcPts val="0"/>
              </a:spcBef>
              <a:spcAft>
                <a:spcPts val="0"/>
              </a:spcAft>
              <a:buClr>
                <a:srgbClr val="8C8C8C"/>
              </a:buClr>
              <a:buSzPts val="1200"/>
              <a:buFont typeface="Calibri"/>
              <a:buNone/>
              <a:defRPr/>
            </a:lvl7pPr>
            <a:lvl8pPr indent="0" lvl="7" marL="0" algn="r">
              <a:lnSpc>
                <a:spcPct val="100000"/>
              </a:lnSpc>
              <a:spcBef>
                <a:spcPts val="0"/>
              </a:spcBef>
              <a:spcAft>
                <a:spcPts val="0"/>
              </a:spcAft>
              <a:buClr>
                <a:srgbClr val="8C8C8C"/>
              </a:buClr>
              <a:buSzPts val="1200"/>
              <a:buFont typeface="Calibri"/>
              <a:buNone/>
              <a:defRPr/>
            </a:lvl8pPr>
            <a:lvl9pPr indent="0" lvl="8" marL="0" algn="r">
              <a:lnSpc>
                <a:spcPct val="100000"/>
              </a:lnSpc>
              <a:spcBef>
                <a:spcPts val="0"/>
              </a:spcBef>
              <a:spcAft>
                <a:spcPts val="0"/>
              </a:spcAft>
              <a:buClr>
                <a:srgbClr val="8C8C8C"/>
              </a:buClr>
              <a:buSzPts val="1200"/>
              <a:buFont typeface="Calibri"/>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605" y="4800600"/>
            <a:ext cx="5486400" cy="56705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1"/>
              </a:buClr>
              <a:buSzPts val="2000"/>
              <a:buFont typeface="Calibri"/>
              <a:buNone/>
              <a:defRPr b="1" sz="2000" cap="none"/>
            </a:lvl1pPr>
            <a:lvl2pPr lvl="1" algn="l">
              <a:lnSpc>
                <a:spcPct val="100000"/>
              </a:lnSpc>
              <a:spcBef>
                <a:spcPts val="0"/>
              </a:spcBef>
              <a:spcAft>
                <a:spcPts val="0"/>
              </a:spcAft>
              <a:buClr>
                <a:schemeClr val="dk1"/>
              </a:buClr>
              <a:buSzPts val="1800"/>
              <a:buFont typeface="Calibri"/>
              <a:buNone/>
              <a:defRPr/>
            </a:lvl2pPr>
            <a:lvl3pPr lvl="2" algn="l">
              <a:lnSpc>
                <a:spcPct val="100000"/>
              </a:lnSpc>
              <a:spcBef>
                <a:spcPts val="0"/>
              </a:spcBef>
              <a:spcAft>
                <a:spcPts val="0"/>
              </a:spcAft>
              <a:buClr>
                <a:schemeClr val="dk1"/>
              </a:buClr>
              <a:buSzPts val="1800"/>
              <a:buFont typeface="Calibri"/>
              <a:buNone/>
              <a:defRPr/>
            </a:lvl3pPr>
            <a:lvl4pPr lvl="3" algn="l">
              <a:lnSpc>
                <a:spcPct val="100000"/>
              </a:lnSpc>
              <a:spcBef>
                <a:spcPts val="0"/>
              </a:spcBef>
              <a:spcAft>
                <a:spcPts val="0"/>
              </a:spcAft>
              <a:buClr>
                <a:schemeClr val="dk1"/>
              </a:buClr>
              <a:buSzPts val="1800"/>
              <a:buFont typeface="Calibri"/>
              <a:buNone/>
              <a:defRPr/>
            </a:lvl4pPr>
            <a:lvl5pPr lvl="4" algn="l">
              <a:lnSpc>
                <a:spcPct val="100000"/>
              </a:lnSpc>
              <a:spcBef>
                <a:spcPts val="0"/>
              </a:spcBef>
              <a:spcAft>
                <a:spcPts val="0"/>
              </a:spcAft>
              <a:buClr>
                <a:schemeClr val="dk1"/>
              </a:buClr>
              <a:buSzPts val="1800"/>
              <a:buFont typeface="Calibri"/>
              <a:buNone/>
              <a:defRPr/>
            </a:lvl5pPr>
            <a:lvl6pPr lvl="5" algn="l">
              <a:lnSpc>
                <a:spcPct val="100000"/>
              </a:lnSpc>
              <a:spcBef>
                <a:spcPts val="0"/>
              </a:spcBef>
              <a:spcAft>
                <a:spcPts val="0"/>
              </a:spcAft>
              <a:buClr>
                <a:schemeClr val="dk1"/>
              </a:buClr>
              <a:buSzPts val="1800"/>
              <a:buFont typeface="Calibri"/>
              <a:buNone/>
              <a:defRPr/>
            </a:lvl6pPr>
            <a:lvl7pPr lvl="6" algn="l">
              <a:lnSpc>
                <a:spcPct val="100000"/>
              </a:lnSpc>
              <a:spcBef>
                <a:spcPts val="0"/>
              </a:spcBef>
              <a:spcAft>
                <a:spcPts val="0"/>
              </a:spcAft>
              <a:buClr>
                <a:schemeClr val="dk1"/>
              </a:buClr>
              <a:buSzPts val="1800"/>
              <a:buFont typeface="Calibri"/>
              <a:buNone/>
              <a:defRPr/>
            </a:lvl7pPr>
            <a:lvl8pPr lvl="7" algn="l">
              <a:lnSpc>
                <a:spcPct val="100000"/>
              </a:lnSpc>
              <a:spcBef>
                <a:spcPts val="0"/>
              </a:spcBef>
              <a:spcAft>
                <a:spcPts val="0"/>
              </a:spcAft>
              <a:buClr>
                <a:schemeClr val="dk1"/>
              </a:buClr>
              <a:buSzPts val="1800"/>
              <a:buFont typeface="Calibri"/>
              <a:buNone/>
              <a:defRPr/>
            </a:lvl8pPr>
            <a:lvl9pPr lvl="8" algn="l">
              <a:lnSpc>
                <a:spcPct val="100000"/>
              </a:lnSpc>
              <a:spcBef>
                <a:spcPts val="0"/>
              </a:spcBef>
              <a:spcAft>
                <a:spcPts val="0"/>
              </a:spcAft>
              <a:buClr>
                <a:schemeClr val="dk1"/>
              </a:buClr>
              <a:buSzPts val="1800"/>
              <a:buFont typeface="Calibri"/>
              <a:buNone/>
              <a:defRPr/>
            </a:lvl9pPr>
          </a:lstStyle>
          <a:p/>
        </p:txBody>
      </p:sp>
      <p:sp>
        <p:nvSpPr>
          <p:cNvPr id="63" name="Google Shape;63;p10"/>
          <p:cNvSpPr/>
          <p:nvPr>
            <p:ph idx="2" type="pic"/>
          </p:nvPr>
        </p:nvSpPr>
        <p:spPr>
          <a:xfrm>
            <a:off x="1792605" y="612775"/>
            <a:ext cx="5486400" cy="4114800"/>
          </a:xfrm>
          <a:prstGeom prst="rect">
            <a:avLst/>
          </a:prstGeom>
          <a:noFill/>
          <a:ln>
            <a:noFill/>
          </a:ln>
        </p:spPr>
      </p:sp>
      <p:sp>
        <p:nvSpPr>
          <p:cNvPr id="64" name="Google Shape;64;p10"/>
          <p:cNvSpPr txBox="1"/>
          <p:nvPr>
            <p:ph idx="1" type="body"/>
          </p:nvPr>
        </p:nvSpPr>
        <p:spPr>
          <a:xfrm>
            <a:off x="1792605" y="5367655"/>
            <a:ext cx="5486400" cy="804545"/>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dk1"/>
              </a:buClr>
              <a:buSzPts val="1400"/>
              <a:buNone/>
              <a:defRPr sz="1400" cap="none"/>
            </a:lvl1pPr>
            <a:lvl2pPr indent="-228600" lvl="1" marL="914400" algn="l">
              <a:lnSpc>
                <a:spcPct val="100000"/>
              </a:lnSpc>
              <a:spcBef>
                <a:spcPts val="0"/>
              </a:spcBef>
              <a:spcAft>
                <a:spcPts val="0"/>
              </a:spcAft>
              <a:buClr>
                <a:schemeClr val="dk1"/>
              </a:buClr>
              <a:buSzPts val="1200"/>
              <a:buNone/>
              <a:defRPr sz="1200" cap="none"/>
            </a:lvl2pPr>
            <a:lvl3pPr indent="-228600" lvl="2" marL="1371600" algn="l">
              <a:lnSpc>
                <a:spcPct val="100000"/>
              </a:lnSpc>
              <a:spcBef>
                <a:spcPts val="0"/>
              </a:spcBef>
              <a:spcAft>
                <a:spcPts val="0"/>
              </a:spcAft>
              <a:buClr>
                <a:schemeClr val="dk1"/>
              </a:buClr>
              <a:buSzPts val="1000"/>
              <a:buNone/>
              <a:defRPr sz="1000" cap="none"/>
            </a:lvl3pPr>
            <a:lvl4pPr indent="-228600" lvl="3" marL="1828800" algn="l">
              <a:lnSpc>
                <a:spcPct val="100000"/>
              </a:lnSpc>
              <a:spcBef>
                <a:spcPts val="0"/>
              </a:spcBef>
              <a:spcAft>
                <a:spcPts val="0"/>
              </a:spcAft>
              <a:buClr>
                <a:schemeClr val="dk1"/>
              </a:buClr>
              <a:buSzPts val="900"/>
              <a:buNone/>
              <a:defRPr sz="900" cap="none"/>
            </a:lvl4pPr>
            <a:lvl5pPr indent="-228600" lvl="4" marL="2286000" algn="l">
              <a:lnSpc>
                <a:spcPct val="100000"/>
              </a:lnSpc>
              <a:spcBef>
                <a:spcPts val="0"/>
              </a:spcBef>
              <a:spcAft>
                <a:spcPts val="0"/>
              </a:spcAft>
              <a:buClr>
                <a:schemeClr val="dk1"/>
              </a:buClr>
              <a:buSzPts val="900"/>
              <a:buNone/>
              <a:defRPr sz="900" cap="none"/>
            </a:lvl5pPr>
            <a:lvl6pPr indent="-228600" lvl="5" marL="2743200" algn="l">
              <a:lnSpc>
                <a:spcPct val="100000"/>
              </a:lnSpc>
              <a:spcBef>
                <a:spcPts val="0"/>
              </a:spcBef>
              <a:spcAft>
                <a:spcPts val="0"/>
              </a:spcAft>
              <a:buClr>
                <a:schemeClr val="dk1"/>
              </a:buClr>
              <a:buSzPts val="900"/>
              <a:buNone/>
              <a:defRPr sz="900" cap="none"/>
            </a:lvl6pPr>
            <a:lvl7pPr indent="-228600" lvl="6" marL="3200400" algn="l">
              <a:lnSpc>
                <a:spcPct val="100000"/>
              </a:lnSpc>
              <a:spcBef>
                <a:spcPts val="0"/>
              </a:spcBef>
              <a:spcAft>
                <a:spcPts val="0"/>
              </a:spcAft>
              <a:buClr>
                <a:schemeClr val="dk1"/>
              </a:buClr>
              <a:buSzPts val="900"/>
              <a:buNone/>
              <a:defRPr sz="900" cap="none"/>
            </a:lvl7pPr>
            <a:lvl8pPr indent="-228600" lvl="7" marL="3657600" algn="l">
              <a:lnSpc>
                <a:spcPct val="100000"/>
              </a:lnSpc>
              <a:spcBef>
                <a:spcPts val="0"/>
              </a:spcBef>
              <a:spcAft>
                <a:spcPts val="0"/>
              </a:spcAft>
              <a:buClr>
                <a:schemeClr val="dk1"/>
              </a:buClr>
              <a:buSzPts val="900"/>
              <a:buNone/>
              <a:defRPr sz="900" cap="none"/>
            </a:lvl8pPr>
            <a:lvl9pPr indent="-228600" lvl="8" marL="4114800" algn="l">
              <a:lnSpc>
                <a:spcPct val="100000"/>
              </a:lnSpc>
              <a:spcBef>
                <a:spcPts val="0"/>
              </a:spcBef>
              <a:spcAft>
                <a:spcPts val="0"/>
              </a:spcAft>
              <a:buClr>
                <a:schemeClr val="dk1"/>
              </a:buClr>
              <a:buSzPts val="900"/>
              <a:buNone/>
              <a:defRPr sz="900" cap="none"/>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rgbClr val="8C8C8C"/>
              </a:buClr>
              <a:buSzPts val="1200"/>
              <a:buFont typeface="Calibri"/>
              <a:buNone/>
              <a:defRPr/>
            </a:lvl1pPr>
            <a:lvl2pPr indent="0" lvl="1" marL="0" algn="r">
              <a:lnSpc>
                <a:spcPct val="100000"/>
              </a:lnSpc>
              <a:spcBef>
                <a:spcPts val="0"/>
              </a:spcBef>
              <a:spcAft>
                <a:spcPts val="0"/>
              </a:spcAft>
              <a:buClr>
                <a:srgbClr val="8C8C8C"/>
              </a:buClr>
              <a:buSzPts val="1200"/>
              <a:buFont typeface="Calibri"/>
              <a:buNone/>
              <a:defRPr/>
            </a:lvl2pPr>
            <a:lvl3pPr indent="0" lvl="2" marL="0" algn="r">
              <a:lnSpc>
                <a:spcPct val="100000"/>
              </a:lnSpc>
              <a:spcBef>
                <a:spcPts val="0"/>
              </a:spcBef>
              <a:spcAft>
                <a:spcPts val="0"/>
              </a:spcAft>
              <a:buClr>
                <a:srgbClr val="8C8C8C"/>
              </a:buClr>
              <a:buSzPts val="1200"/>
              <a:buFont typeface="Calibri"/>
              <a:buNone/>
              <a:defRPr/>
            </a:lvl3pPr>
            <a:lvl4pPr indent="0" lvl="3" marL="0" algn="r">
              <a:lnSpc>
                <a:spcPct val="100000"/>
              </a:lnSpc>
              <a:spcBef>
                <a:spcPts val="0"/>
              </a:spcBef>
              <a:spcAft>
                <a:spcPts val="0"/>
              </a:spcAft>
              <a:buClr>
                <a:srgbClr val="8C8C8C"/>
              </a:buClr>
              <a:buSzPts val="1200"/>
              <a:buFont typeface="Calibri"/>
              <a:buNone/>
              <a:defRPr/>
            </a:lvl4pPr>
            <a:lvl5pPr indent="0" lvl="4" marL="0" algn="r">
              <a:lnSpc>
                <a:spcPct val="100000"/>
              </a:lnSpc>
              <a:spcBef>
                <a:spcPts val="0"/>
              </a:spcBef>
              <a:spcAft>
                <a:spcPts val="0"/>
              </a:spcAft>
              <a:buClr>
                <a:srgbClr val="8C8C8C"/>
              </a:buClr>
              <a:buSzPts val="1200"/>
              <a:buFont typeface="Calibri"/>
              <a:buNone/>
              <a:defRPr/>
            </a:lvl5pPr>
            <a:lvl6pPr indent="0" lvl="5" marL="0" algn="r">
              <a:lnSpc>
                <a:spcPct val="100000"/>
              </a:lnSpc>
              <a:spcBef>
                <a:spcPts val="0"/>
              </a:spcBef>
              <a:spcAft>
                <a:spcPts val="0"/>
              </a:spcAft>
              <a:buClr>
                <a:srgbClr val="8C8C8C"/>
              </a:buClr>
              <a:buSzPts val="1200"/>
              <a:buFont typeface="Calibri"/>
              <a:buNone/>
              <a:defRPr/>
            </a:lvl6pPr>
            <a:lvl7pPr indent="0" lvl="6" marL="0" algn="r">
              <a:lnSpc>
                <a:spcPct val="100000"/>
              </a:lnSpc>
              <a:spcBef>
                <a:spcPts val="0"/>
              </a:spcBef>
              <a:spcAft>
                <a:spcPts val="0"/>
              </a:spcAft>
              <a:buClr>
                <a:srgbClr val="8C8C8C"/>
              </a:buClr>
              <a:buSzPts val="1200"/>
              <a:buFont typeface="Calibri"/>
              <a:buNone/>
              <a:defRPr/>
            </a:lvl7pPr>
            <a:lvl8pPr indent="0" lvl="7" marL="0" algn="r">
              <a:lnSpc>
                <a:spcPct val="100000"/>
              </a:lnSpc>
              <a:spcBef>
                <a:spcPts val="0"/>
              </a:spcBef>
              <a:spcAft>
                <a:spcPts val="0"/>
              </a:spcAft>
              <a:buClr>
                <a:srgbClr val="8C8C8C"/>
              </a:buClr>
              <a:buSzPts val="1200"/>
              <a:buFont typeface="Calibri"/>
              <a:buNone/>
              <a:defRPr/>
            </a:lvl8pPr>
            <a:lvl9pPr indent="0" lvl="8" marL="0" algn="r">
              <a:lnSpc>
                <a:spcPct val="100000"/>
              </a:lnSpc>
              <a:spcBef>
                <a:spcPts val="0"/>
              </a:spcBef>
              <a:spcAft>
                <a:spcPts val="0"/>
              </a:spcAft>
              <a:buClr>
                <a:srgbClr val="8C8C8C"/>
              </a:buClr>
              <a:buSzPts val="1200"/>
              <a:buFont typeface="Calibri"/>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955"/>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70" name="Google Shape;70;p11"/>
          <p:cNvSpPr txBox="1"/>
          <p:nvPr>
            <p:ph idx="1" type="body"/>
          </p:nvPr>
        </p:nvSpPr>
        <p:spPr>
          <a:xfrm rot="5400000">
            <a:off x="2308860" y="-251460"/>
            <a:ext cx="4526280" cy="8229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0"/>
              </a:spcBef>
              <a:spcAft>
                <a:spcPts val="0"/>
              </a:spcAft>
              <a:buClr>
                <a:schemeClr val="dk1"/>
              </a:buClr>
              <a:buSzPts val="1800"/>
              <a:buChar char="•"/>
              <a:defRPr/>
            </a:lvl1pPr>
            <a:lvl2pPr indent="-342900" lvl="1" marL="914400" algn="l">
              <a:lnSpc>
                <a:spcPct val="100000"/>
              </a:lnSpc>
              <a:spcBef>
                <a:spcPts val="0"/>
              </a:spcBef>
              <a:spcAft>
                <a:spcPts val="0"/>
              </a:spcAft>
              <a:buClr>
                <a:schemeClr val="dk1"/>
              </a:buClr>
              <a:buSzPts val="1800"/>
              <a:buChar char="–"/>
              <a:defRPr/>
            </a:lvl2pPr>
            <a:lvl3pPr indent="-342900" lvl="2" marL="1371600" algn="l">
              <a:lnSpc>
                <a:spcPct val="100000"/>
              </a:lnSpc>
              <a:spcBef>
                <a:spcPts val="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rgbClr val="8C8C8C"/>
              </a:buClr>
              <a:buSzPts val="1200"/>
              <a:buFont typeface="Calibri"/>
              <a:buNone/>
              <a:defRPr/>
            </a:lvl1pPr>
            <a:lvl2pPr indent="0" lvl="1" marL="0" algn="r">
              <a:lnSpc>
                <a:spcPct val="100000"/>
              </a:lnSpc>
              <a:spcBef>
                <a:spcPts val="0"/>
              </a:spcBef>
              <a:spcAft>
                <a:spcPts val="0"/>
              </a:spcAft>
              <a:buClr>
                <a:srgbClr val="8C8C8C"/>
              </a:buClr>
              <a:buSzPts val="1200"/>
              <a:buFont typeface="Calibri"/>
              <a:buNone/>
              <a:defRPr/>
            </a:lvl2pPr>
            <a:lvl3pPr indent="0" lvl="2" marL="0" algn="r">
              <a:lnSpc>
                <a:spcPct val="100000"/>
              </a:lnSpc>
              <a:spcBef>
                <a:spcPts val="0"/>
              </a:spcBef>
              <a:spcAft>
                <a:spcPts val="0"/>
              </a:spcAft>
              <a:buClr>
                <a:srgbClr val="8C8C8C"/>
              </a:buClr>
              <a:buSzPts val="1200"/>
              <a:buFont typeface="Calibri"/>
              <a:buNone/>
              <a:defRPr/>
            </a:lvl3pPr>
            <a:lvl4pPr indent="0" lvl="3" marL="0" algn="r">
              <a:lnSpc>
                <a:spcPct val="100000"/>
              </a:lnSpc>
              <a:spcBef>
                <a:spcPts val="0"/>
              </a:spcBef>
              <a:spcAft>
                <a:spcPts val="0"/>
              </a:spcAft>
              <a:buClr>
                <a:srgbClr val="8C8C8C"/>
              </a:buClr>
              <a:buSzPts val="1200"/>
              <a:buFont typeface="Calibri"/>
              <a:buNone/>
              <a:defRPr/>
            </a:lvl4pPr>
            <a:lvl5pPr indent="0" lvl="4" marL="0" algn="r">
              <a:lnSpc>
                <a:spcPct val="100000"/>
              </a:lnSpc>
              <a:spcBef>
                <a:spcPts val="0"/>
              </a:spcBef>
              <a:spcAft>
                <a:spcPts val="0"/>
              </a:spcAft>
              <a:buClr>
                <a:srgbClr val="8C8C8C"/>
              </a:buClr>
              <a:buSzPts val="1200"/>
              <a:buFont typeface="Calibri"/>
              <a:buNone/>
              <a:defRPr/>
            </a:lvl5pPr>
            <a:lvl6pPr indent="0" lvl="5" marL="0" algn="r">
              <a:lnSpc>
                <a:spcPct val="100000"/>
              </a:lnSpc>
              <a:spcBef>
                <a:spcPts val="0"/>
              </a:spcBef>
              <a:spcAft>
                <a:spcPts val="0"/>
              </a:spcAft>
              <a:buClr>
                <a:srgbClr val="8C8C8C"/>
              </a:buClr>
              <a:buSzPts val="1200"/>
              <a:buFont typeface="Calibri"/>
              <a:buNone/>
              <a:defRPr/>
            </a:lvl6pPr>
            <a:lvl7pPr indent="0" lvl="6" marL="0" algn="r">
              <a:lnSpc>
                <a:spcPct val="100000"/>
              </a:lnSpc>
              <a:spcBef>
                <a:spcPts val="0"/>
              </a:spcBef>
              <a:spcAft>
                <a:spcPts val="0"/>
              </a:spcAft>
              <a:buClr>
                <a:srgbClr val="8C8C8C"/>
              </a:buClr>
              <a:buSzPts val="1200"/>
              <a:buFont typeface="Calibri"/>
              <a:buNone/>
              <a:defRPr/>
            </a:lvl7pPr>
            <a:lvl8pPr indent="0" lvl="7" marL="0" algn="r">
              <a:lnSpc>
                <a:spcPct val="100000"/>
              </a:lnSpc>
              <a:spcBef>
                <a:spcPts val="0"/>
              </a:spcBef>
              <a:spcAft>
                <a:spcPts val="0"/>
              </a:spcAft>
              <a:buClr>
                <a:srgbClr val="8C8C8C"/>
              </a:buClr>
              <a:buSzPts val="1200"/>
              <a:buFont typeface="Calibri"/>
              <a:buNone/>
              <a:defRPr/>
            </a:lvl8pPr>
            <a:lvl9pPr indent="0" lvl="8" marL="0" algn="r">
              <a:lnSpc>
                <a:spcPct val="100000"/>
              </a:lnSpc>
              <a:spcBef>
                <a:spcPts val="0"/>
              </a:spcBef>
              <a:spcAft>
                <a:spcPts val="0"/>
              </a:spcAft>
              <a:buClr>
                <a:srgbClr val="8C8C8C"/>
              </a:buClr>
              <a:buSzPts val="1200"/>
              <a:buFont typeface="Calibri"/>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2018"/>
            <a:ext cx="5851525" cy="20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76" name="Google Shape;76;p12"/>
          <p:cNvSpPr txBox="1"/>
          <p:nvPr>
            <p:ph idx="1" type="body"/>
          </p:nvPr>
        </p:nvSpPr>
        <p:spPr>
          <a:xfrm rot="5400000">
            <a:off x="541338" y="190817"/>
            <a:ext cx="5851525" cy="6019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0"/>
              </a:spcBef>
              <a:spcAft>
                <a:spcPts val="0"/>
              </a:spcAft>
              <a:buClr>
                <a:schemeClr val="dk1"/>
              </a:buClr>
              <a:buSzPts val="1800"/>
              <a:buChar char="•"/>
              <a:defRPr/>
            </a:lvl1pPr>
            <a:lvl2pPr indent="-342900" lvl="1" marL="914400" algn="l">
              <a:lnSpc>
                <a:spcPct val="100000"/>
              </a:lnSpc>
              <a:spcBef>
                <a:spcPts val="0"/>
              </a:spcBef>
              <a:spcAft>
                <a:spcPts val="0"/>
              </a:spcAft>
              <a:buClr>
                <a:schemeClr val="dk1"/>
              </a:buClr>
              <a:buSzPts val="1800"/>
              <a:buChar char="–"/>
              <a:defRPr/>
            </a:lvl2pPr>
            <a:lvl3pPr indent="-342900" lvl="2" marL="1371600" algn="l">
              <a:lnSpc>
                <a:spcPct val="100000"/>
              </a:lnSpc>
              <a:spcBef>
                <a:spcPts val="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C8C8C"/>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rgbClr val="8C8C8C"/>
              </a:buClr>
              <a:buSzPts val="1200"/>
              <a:buFont typeface="Calibri"/>
              <a:buNone/>
              <a:defRPr/>
            </a:lvl1pPr>
            <a:lvl2pPr indent="0" lvl="1" marL="0" algn="r">
              <a:lnSpc>
                <a:spcPct val="100000"/>
              </a:lnSpc>
              <a:spcBef>
                <a:spcPts val="0"/>
              </a:spcBef>
              <a:spcAft>
                <a:spcPts val="0"/>
              </a:spcAft>
              <a:buClr>
                <a:srgbClr val="8C8C8C"/>
              </a:buClr>
              <a:buSzPts val="1200"/>
              <a:buFont typeface="Calibri"/>
              <a:buNone/>
              <a:defRPr/>
            </a:lvl2pPr>
            <a:lvl3pPr indent="0" lvl="2" marL="0" algn="r">
              <a:lnSpc>
                <a:spcPct val="100000"/>
              </a:lnSpc>
              <a:spcBef>
                <a:spcPts val="0"/>
              </a:spcBef>
              <a:spcAft>
                <a:spcPts val="0"/>
              </a:spcAft>
              <a:buClr>
                <a:srgbClr val="8C8C8C"/>
              </a:buClr>
              <a:buSzPts val="1200"/>
              <a:buFont typeface="Calibri"/>
              <a:buNone/>
              <a:defRPr/>
            </a:lvl3pPr>
            <a:lvl4pPr indent="0" lvl="3" marL="0" algn="r">
              <a:lnSpc>
                <a:spcPct val="100000"/>
              </a:lnSpc>
              <a:spcBef>
                <a:spcPts val="0"/>
              </a:spcBef>
              <a:spcAft>
                <a:spcPts val="0"/>
              </a:spcAft>
              <a:buClr>
                <a:srgbClr val="8C8C8C"/>
              </a:buClr>
              <a:buSzPts val="1200"/>
              <a:buFont typeface="Calibri"/>
              <a:buNone/>
              <a:defRPr/>
            </a:lvl4pPr>
            <a:lvl5pPr indent="0" lvl="4" marL="0" algn="r">
              <a:lnSpc>
                <a:spcPct val="100000"/>
              </a:lnSpc>
              <a:spcBef>
                <a:spcPts val="0"/>
              </a:spcBef>
              <a:spcAft>
                <a:spcPts val="0"/>
              </a:spcAft>
              <a:buClr>
                <a:srgbClr val="8C8C8C"/>
              </a:buClr>
              <a:buSzPts val="1200"/>
              <a:buFont typeface="Calibri"/>
              <a:buNone/>
              <a:defRPr/>
            </a:lvl5pPr>
            <a:lvl6pPr indent="0" lvl="5" marL="0" algn="r">
              <a:lnSpc>
                <a:spcPct val="100000"/>
              </a:lnSpc>
              <a:spcBef>
                <a:spcPts val="0"/>
              </a:spcBef>
              <a:spcAft>
                <a:spcPts val="0"/>
              </a:spcAft>
              <a:buClr>
                <a:srgbClr val="8C8C8C"/>
              </a:buClr>
              <a:buSzPts val="1200"/>
              <a:buFont typeface="Calibri"/>
              <a:buNone/>
              <a:defRPr/>
            </a:lvl6pPr>
            <a:lvl7pPr indent="0" lvl="6" marL="0" algn="r">
              <a:lnSpc>
                <a:spcPct val="100000"/>
              </a:lnSpc>
              <a:spcBef>
                <a:spcPts val="0"/>
              </a:spcBef>
              <a:spcAft>
                <a:spcPts val="0"/>
              </a:spcAft>
              <a:buClr>
                <a:srgbClr val="8C8C8C"/>
              </a:buClr>
              <a:buSzPts val="1200"/>
              <a:buFont typeface="Calibri"/>
              <a:buNone/>
              <a:defRPr/>
            </a:lvl7pPr>
            <a:lvl8pPr indent="0" lvl="7" marL="0" algn="r">
              <a:lnSpc>
                <a:spcPct val="100000"/>
              </a:lnSpc>
              <a:spcBef>
                <a:spcPts val="0"/>
              </a:spcBef>
              <a:spcAft>
                <a:spcPts val="0"/>
              </a:spcAft>
              <a:buClr>
                <a:srgbClr val="8C8C8C"/>
              </a:buClr>
              <a:buSzPts val="1200"/>
              <a:buFont typeface="Calibri"/>
              <a:buNone/>
              <a:defRPr/>
            </a:lvl8pPr>
            <a:lvl9pPr indent="0" lvl="8" marL="0" algn="r">
              <a:lnSpc>
                <a:spcPct val="100000"/>
              </a:lnSpc>
              <a:spcBef>
                <a:spcPts val="0"/>
              </a:spcBef>
              <a:spcAft>
                <a:spcPts val="0"/>
              </a:spcAft>
              <a:buClr>
                <a:srgbClr val="8C8C8C"/>
              </a:buClr>
              <a:buSzPts val="1200"/>
              <a:buFont typeface="Calibri"/>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955"/>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9pPr>
          </a:lstStyle>
          <a:p/>
        </p:txBody>
      </p:sp>
      <p:sp>
        <p:nvSpPr>
          <p:cNvPr id="7" name="Google Shape;7;p1"/>
          <p:cNvSpPr txBox="1"/>
          <p:nvPr>
            <p:ph idx="1" type="body"/>
          </p:nvPr>
        </p:nvSpPr>
        <p:spPr>
          <a:xfrm>
            <a:off x="457200" y="1600200"/>
            <a:ext cx="8229600" cy="4526280"/>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8C8C8C"/>
              </a:buClr>
              <a:buSzPts val="1200"/>
              <a:buFont typeface="Calibri"/>
              <a:buNone/>
              <a:defRPr b="0" i="0" sz="1200" u="none" cap="none" strike="noStrike">
                <a:solidFill>
                  <a:srgbClr val="8C8C8C"/>
                </a:solidFill>
                <a:latin typeface="Calibri"/>
                <a:ea typeface="Calibri"/>
                <a:cs typeface="Calibri"/>
                <a:sym typeface="Calibri"/>
              </a:defRPr>
            </a:lvl1pPr>
            <a:lvl2pPr lvl="1"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8C8C8C"/>
              </a:buClr>
              <a:buSzPts val="1200"/>
              <a:buFont typeface="Calibri"/>
              <a:buNone/>
              <a:defRPr b="0" i="0" sz="1200" u="none" cap="none" strike="noStrike">
                <a:solidFill>
                  <a:srgbClr val="8C8C8C"/>
                </a:solidFill>
                <a:latin typeface="Calibri"/>
                <a:ea typeface="Calibri"/>
                <a:cs typeface="Calibri"/>
                <a:sym typeface="Calibri"/>
              </a:defRPr>
            </a:lvl1pPr>
            <a:lvl2pPr lvl="1"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C8C8C"/>
              </a:buClr>
              <a:buSzPts val="1200"/>
              <a:buFont typeface="Calibri"/>
              <a:buNone/>
              <a:defRPr b="0" i="0" sz="1200" u="none" cap="none" strike="noStrike">
                <a:solidFill>
                  <a:srgbClr val="8C8C8C"/>
                </a:solidFill>
                <a:latin typeface="Calibri"/>
                <a:ea typeface="Calibri"/>
                <a:cs typeface="Calibri"/>
                <a:sym typeface="Calibri"/>
              </a:defRPr>
            </a:lvl1pPr>
            <a:lvl2pPr indent="0" lvl="1" marL="0" marR="0" rtl="0" algn="r">
              <a:lnSpc>
                <a:spcPct val="100000"/>
              </a:lnSpc>
              <a:spcBef>
                <a:spcPts val="0"/>
              </a:spcBef>
              <a:spcAft>
                <a:spcPts val="0"/>
              </a:spcAft>
              <a:buClr>
                <a:srgbClr val="8C8C8C"/>
              </a:buClr>
              <a:buSzPts val="1200"/>
              <a:buFont typeface="Calibri"/>
              <a:buNone/>
              <a:defRPr b="0" i="0" sz="1200" u="none" cap="none" strike="noStrike">
                <a:solidFill>
                  <a:srgbClr val="8C8C8C"/>
                </a:solidFill>
                <a:latin typeface="Calibri"/>
                <a:ea typeface="Calibri"/>
                <a:cs typeface="Calibri"/>
                <a:sym typeface="Calibri"/>
              </a:defRPr>
            </a:lvl2pPr>
            <a:lvl3pPr indent="0" lvl="2" marL="0" marR="0" rtl="0" algn="r">
              <a:lnSpc>
                <a:spcPct val="100000"/>
              </a:lnSpc>
              <a:spcBef>
                <a:spcPts val="0"/>
              </a:spcBef>
              <a:spcAft>
                <a:spcPts val="0"/>
              </a:spcAft>
              <a:buClr>
                <a:srgbClr val="8C8C8C"/>
              </a:buClr>
              <a:buSzPts val="1200"/>
              <a:buFont typeface="Calibri"/>
              <a:buNone/>
              <a:defRPr b="0" i="0" sz="1200" u="none" cap="none" strike="noStrike">
                <a:solidFill>
                  <a:srgbClr val="8C8C8C"/>
                </a:solidFill>
                <a:latin typeface="Calibri"/>
                <a:ea typeface="Calibri"/>
                <a:cs typeface="Calibri"/>
                <a:sym typeface="Calibri"/>
              </a:defRPr>
            </a:lvl3pPr>
            <a:lvl4pPr indent="0" lvl="3" marL="0" marR="0" rtl="0" algn="r">
              <a:lnSpc>
                <a:spcPct val="100000"/>
              </a:lnSpc>
              <a:spcBef>
                <a:spcPts val="0"/>
              </a:spcBef>
              <a:spcAft>
                <a:spcPts val="0"/>
              </a:spcAft>
              <a:buClr>
                <a:srgbClr val="8C8C8C"/>
              </a:buClr>
              <a:buSzPts val="1200"/>
              <a:buFont typeface="Calibri"/>
              <a:buNone/>
              <a:defRPr b="0" i="0" sz="1200" u="none" cap="none" strike="noStrike">
                <a:solidFill>
                  <a:srgbClr val="8C8C8C"/>
                </a:solidFill>
                <a:latin typeface="Calibri"/>
                <a:ea typeface="Calibri"/>
                <a:cs typeface="Calibri"/>
                <a:sym typeface="Calibri"/>
              </a:defRPr>
            </a:lvl4pPr>
            <a:lvl5pPr indent="0" lvl="4" marL="0" marR="0" rtl="0" algn="r">
              <a:lnSpc>
                <a:spcPct val="100000"/>
              </a:lnSpc>
              <a:spcBef>
                <a:spcPts val="0"/>
              </a:spcBef>
              <a:spcAft>
                <a:spcPts val="0"/>
              </a:spcAft>
              <a:buClr>
                <a:srgbClr val="8C8C8C"/>
              </a:buClr>
              <a:buSzPts val="1200"/>
              <a:buFont typeface="Calibri"/>
              <a:buNone/>
              <a:defRPr b="0" i="0" sz="1200" u="none" cap="none" strike="noStrike">
                <a:solidFill>
                  <a:srgbClr val="8C8C8C"/>
                </a:solidFill>
                <a:latin typeface="Calibri"/>
                <a:ea typeface="Calibri"/>
                <a:cs typeface="Calibri"/>
                <a:sym typeface="Calibri"/>
              </a:defRPr>
            </a:lvl5pPr>
            <a:lvl6pPr indent="0" lvl="5" marL="0" marR="0" rtl="0" algn="r">
              <a:lnSpc>
                <a:spcPct val="100000"/>
              </a:lnSpc>
              <a:spcBef>
                <a:spcPts val="0"/>
              </a:spcBef>
              <a:spcAft>
                <a:spcPts val="0"/>
              </a:spcAft>
              <a:buClr>
                <a:srgbClr val="8C8C8C"/>
              </a:buClr>
              <a:buSzPts val="1200"/>
              <a:buFont typeface="Calibri"/>
              <a:buNone/>
              <a:defRPr b="0" i="0" sz="1200" u="none" cap="none" strike="noStrike">
                <a:solidFill>
                  <a:srgbClr val="8C8C8C"/>
                </a:solidFill>
                <a:latin typeface="Calibri"/>
                <a:ea typeface="Calibri"/>
                <a:cs typeface="Calibri"/>
                <a:sym typeface="Calibri"/>
              </a:defRPr>
            </a:lvl6pPr>
            <a:lvl7pPr indent="0" lvl="6" marL="0" marR="0" rtl="0" algn="r">
              <a:lnSpc>
                <a:spcPct val="100000"/>
              </a:lnSpc>
              <a:spcBef>
                <a:spcPts val="0"/>
              </a:spcBef>
              <a:spcAft>
                <a:spcPts val="0"/>
              </a:spcAft>
              <a:buClr>
                <a:srgbClr val="8C8C8C"/>
              </a:buClr>
              <a:buSzPts val="1200"/>
              <a:buFont typeface="Calibri"/>
              <a:buNone/>
              <a:defRPr b="0" i="0" sz="1200" u="none" cap="none" strike="noStrike">
                <a:solidFill>
                  <a:srgbClr val="8C8C8C"/>
                </a:solidFill>
                <a:latin typeface="Calibri"/>
                <a:ea typeface="Calibri"/>
                <a:cs typeface="Calibri"/>
                <a:sym typeface="Calibri"/>
              </a:defRPr>
            </a:lvl7pPr>
            <a:lvl8pPr indent="0" lvl="7" marL="0" marR="0" rtl="0" algn="r">
              <a:lnSpc>
                <a:spcPct val="100000"/>
              </a:lnSpc>
              <a:spcBef>
                <a:spcPts val="0"/>
              </a:spcBef>
              <a:spcAft>
                <a:spcPts val="0"/>
              </a:spcAft>
              <a:buClr>
                <a:srgbClr val="8C8C8C"/>
              </a:buClr>
              <a:buSzPts val="1200"/>
              <a:buFont typeface="Calibri"/>
              <a:buNone/>
              <a:defRPr b="0" i="0" sz="1200" u="none" cap="none" strike="noStrike">
                <a:solidFill>
                  <a:srgbClr val="8C8C8C"/>
                </a:solidFill>
                <a:latin typeface="Calibri"/>
                <a:ea typeface="Calibri"/>
                <a:cs typeface="Calibri"/>
                <a:sym typeface="Calibri"/>
              </a:defRPr>
            </a:lvl8pPr>
            <a:lvl9pPr indent="0" lvl="8" marL="0" marR="0" rtl="0" algn="r">
              <a:lnSpc>
                <a:spcPct val="100000"/>
              </a:lnSpc>
              <a:spcBef>
                <a:spcPts val="0"/>
              </a:spcBef>
              <a:spcAft>
                <a:spcPts val="0"/>
              </a:spcAft>
              <a:buClr>
                <a:srgbClr val="8C8C8C"/>
              </a:buClr>
              <a:buSzPts val="1200"/>
              <a:buFont typeface="Calibri"/>
              <a:buNone/>
              <a:defRPr b="0" i="0" sz="1200" u="none" cap="none" strike="noStrike">
                <a:solidFill>
                  <a:srgbClr val="8C8C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10.png"/><Relationship Id="rId5" Type="http://schemas.openxmlformats.org/officeDocument/2006/relationships/image" Target="../media/image2.png"/><Relationship Id="rId6"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jp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jp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jp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jp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jp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jp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8.jpg"/><Relationship Id="rId7" Type="http://schemas.openxmlformats.org/officeDocument/2006/relationships/image" Target="../media/image1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p:nvPr/>
        </p:nvSpPr>
        <p:spPr>
          <a:xfrm>
            <a:off x="0" y="6"/>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178" r="-178" t="0"/>
            </a:stretch>
          </a:blipFill>
          <a:ln>
            <a:noFill/>
          </a:ln>
        </p:spPr>
      </p:sp>
      <p:sp>
        <p:nvSpPr>
          <p:cNvPr id="85" name="Google Shape;85;p13"/>
          <p:cNvSpPr/>
          <p:nvPr/>
        </p:nvSpPr>
        <p:spPr>
          <a:xfrm>
            <a:off x="1582100" y="1523055"/>
            <a:ext cx="10658475" cy="8002905"/>
          </a:xfrm>
          <a:custGeom>
            <a:rect b="b" l="l" r="r" t="t"/>
            <a:pathLst>
              <a:path extrusionOk="0" h="8002905" w="10658475">
                <a:moveTo>
                  <a:pt x="0" y="0"/>
                </a:moveTo>
                <a:lnTo>
                  <a:pt x="10658475" y="0"/>
                </a:lnTo>
                <a:lnTo>
                  <a:pt x="10658475" y="8002905"/>
                </a:lnTo>
                <a:lnTo>
                  <a:pt x="0" y="8002905"/>
                </a:lnTo>
                <a:lnTo>
                  <a:pt x="0" y="0"/>
                </a:lnTo>
                <a:close/>
              </a:path>
            </a:pathLst>
          </a:custGeom>
          <a:blipFill rotWithShape="1">
            <a:blip r:embed="rId4">
              <a:alphaModFix/>
            </a:blip>
            <a:stretch>
              <a:fillRect b="0" l="0" r="0" t="0"/>
            </a:stretch>
          </a:blipFill>
          <a:ln>
            <a:noFill/>
          </a:ln>
        </p:spPr>
      </p:sp>
      <p:sp>
        <p:nvSpPr>
          <p:cNvPr id="86" name="Google Shape;86;p13"/>
          <p:cNvSpPr/>
          <p:nvPr/>
        </p:nvSpPr>
        <p:spPr>
          <a:xfrm>
            <a:off x="2078990" y="697865"/>
            <a:ext cx="643255" cy="643255"/>
          </a:xfrm>
          <a:custGeom>
            <a:rect b="b" l="l" r="r" t="t"/>
            <a:pathLst>
              <a:path extrusionOk="0" h="643255" w="643255">
                <a:moveTo>
                  <a:pt x="0" y="0"/>
                </a:moveTo>
                <a:lnTo>
                  <a:pt x="643254" y="0"/>
                </a:lnTo>
                <a:lnTo>
                  <a:pt x="643254" y="643254"/>
                </a:lnTo>
                <a:lnTo>
                  <a:pt x="0" y="643254"/>
                </a:lnTo>
                <a:lnTo>
                  <a:pt x="0" y="0"/>
                </a:lnTo>
                <a:close/>
              </a:path>
            </a:pathLst>
          </a:custGeom>
          <a:blipFill rotWithShape="1">
            <a:blip r:embed="rId5">
              <a:alphaModFix/>
            </a:blip>
            <a:stretch>
              <a:fillRect b="0" l="0" r="0" t="0"/>
            </a:stretch>
          </a:blipFill>
          <a:ln>
            <a:noFill/>
          </a:ln>
        </p:spPr>
      </p:sp>
      <p:sp>
        <p:nvSpPr>
          <p:cNvPr id="87" name="Google Shape;87;p13"/>
          <p:cNvSpPr/>
          <p:nvPr/>
        </p:nvSpPr>
        <p:spPr>
          <a:xfrm>
            <a:off x="2514600" y="2590800"/>
            <a:ext cx="9144000" cy="2209800"/>
          </a:xfrm>
          <a:prstGeom prst="rect">
            <a:avLst/>
          </a:prstGeom>
          <a:noFill/>
          <a:ln>
            <a:noFill/>
          </a:ln>
        </p:spPr>
        <p:txBody>
          <a:bodyPr anchorCtr="0" anchor="t" bIns="0" lIns="0" spcFirstLastPara="1" rIns="0" wrap="square" tIns="0">
            <a:noAutofit/>
          </a:bodyPr>
          <a:lstStyle/>
          <a:p>
            <a:pPr indent="0" lvl="0" marL="0" marR="0" rtl="0" algn="l">
              <a:lnSpc>
                <a:spcPct val="131023"/>
              </a:lnSpc>
              <a:spcBef>
                <a:spcPts val="0"/>
              </a:spcBef>
              <a:spcAft>
                <a:spcPts val="0"/>
              </a:spcAft>
              <a:buClr>
                <a:srgbClr val="FFFFFF"/>
              </a:buClr>
              <a:buSzPts val="6869"/>
              <a:buFont typeface="Montserrat"/>
              <a:buNone/>
            </a:pPr>
            <a:r>
              <a:rPr b="0" i="0" lang="en-US" sz="6869" u="none" cap="none" strike="noStrike">
                <a:solidFill>
                  <a:srgbClr val="FFFFFF"/>
                </a:solidFill>
                <a:latin typeface="Montserrat"/>
                <a:ea typeface="Montserrat"/>
                <a:cs typeface="Montserrat"/>
                <a:sym typeface="Montserrat"/>
              </a:rPr>
              <a:t>     </a:t>
            </a:r>
            <a:r>
              <a:rPr b="1" i="0" lang="en-US" sz="6869" u="none" cap="none" strike="noStrike">
                <a:solidFill>
                  <a:srgbClr val="FFFFFF"/>
                </a:solidFill>
                <a:latin typeface="Montserrat"/>
                <a:ea typeface="Montserrat"/>
                <a:cs typeface="Montserrat"/>
                <a:sym typeface="Montserrat"/>
              </a:rPr>
              <a:t>Simulateur De</a:t>
            </a:r>
            <a:r>
              <a:rPr b="0" i="0" lang="en-US" sz="6869" u="none" cap="none" strike="noStrike">
                <a:solidFill>
                  <a:srgbClr val="FFFFFF"/>
                </a:solidFill>
                <a:latin typeface="Montserrat"/>
                <a:ea typeface="Montserrat"/>
                <a:cs typeface="Montserrat"/>
                <a:sym typeface="Montserrat"/>
              </a:rPr>
              <a:t>        	</a:t>
            </a:r>
            <a:r>
              <a:rPr b="1" i="0" lang="en-US" sz="6869" u="none" cap="none" strike="noStrike">
                <a:solidFill>
                  <a:srgbClr val="FFFFFF"/>
                </a:solidFill>
                <a:latin typeface="Montserrat"/>
                <a:ea typeface="Montserrat"/>
                <a:cs typeface="Montserrat"/>
                <a:sym typeface="Montserrat"/>
              </a:rPr>
              <a:t>Microprocesseur</a:t>
            </a:r>
            <a:r>
              <a:rPr b="0" i="0" lang="en-US" sz="6869" u="none" cap="none" strike="noStrike">
                <a:solidFill>
                  <a:srgbClr val="FFFFFF"/>
                </a:solidFill>
                <a:latin typeface="Montserrat"/>
                <a:ea typeface="Montserrat"/>
                <a:cs typeface="Montserrat"/>
                <a:sym typeface="Montserrat"/>
              </a:rPr>
              <a:t>  </a:t>
            </a:r>
            <a:endParaRPr/>
          </a:p>
        </p:txBody>
      </p:sp>
      <p:sp>
        <p:nvSpPr>
          <p:cNvPr id="88" name="Google Shape;88;p13"/>
          <p:cNvSpPr/>
          <p:nvPr/>
        </p:nvSpPr>
        <p:spPr>
          <a:xfrm>
            <a:off x="2849880" y="4953000"/>
            <a:ext cx="8122920" cy="1143000"/>
          </a:xfrm>
          <a:prstGeom prst="rect">
            <a:avLst/>
          </a:prstGeom>
          <a:noFill/>
          <a:ln>
            <a:noFill/>
          </a:ln>
        </p:spPr>
        <p:txBody>
          <a:bodyPr anchorCtr="0" anchor="t" bIns="0" lIns="0" spcFirstLastPara="1" rIns="0" wrap="square" tIns="0">
            <a:noAutofit/>
          </a:bodyPr>
          <a:lstStyle/>
          <a:p>
            <a:pPr indent="0" lvl="0" marL="0" marR="0" rtl="0" algn="l">
              <a:lnSpc>
                <a:spcPct val="131023"/>
              </a:lnSpc>
              <a:spcBef>
                <a:spcPts val="0"/>
              </a:spcBef>
              <a:spcAft>
                <a:spcPts val="0"/>
              </a:spcAft>
              <a:buClr>
                <a:srgbClr val="FFFFFF"/>
              </a:buClr>
              <a:buSzPts val="6869"/>
              <a:buFont typeface="Montserrat"/>
              <a:buNone/>
            </a:pPr>
            <a:r>
              <a:rPr b="1" i="0" lang="en-US" sz="6869" u="none" cap="none" strike="noStrike">
                <a:solidFill>
                  <a:srgbClr val="FFFFFF"/>
                </a:solidFill>
                <a:latin typeface="Montserrat"/>
                <a:ea typeface="Montserrat"/>
                <a:cs typeface="Montserrat"/>
                <a:sym typeface="Montserrat"/>
              </a:rPr>
              <a:t>MOTOROLA 6809</a:t>
            </a:r>
            <a:endParaRPr/>
          </a:p>
        </p:txBody>
      </p:sp>
      <p:sp>
        <p:nvSpPr>
          <p:cNvPr id="89" name="Google Shape;89;p13"/>
          <p:cNvSpPr/>
          <p:nvPr/>
        </p:nvSpPr>
        <p:spPr>
          <a:xfrm>
            <a:off x="3076542" y="6248400"/>
            <a:ext cx="2869500" cy="1528800"/>
          </a:xfrm>
          <a:prstGeom prst="rect">
            <a:avLst/>
          </a:prstGeom>
          <a:noFill/>
          <a:ln>
            <a:noFill/>
          </a:ln>
        </p:spPr>
        <p:txBody>
          <a:bodyPr anchorCtr="0" anchor="t" bIns="0" lIns="0" spcFirstLastPara="1" rIns="0" wrap="square" tIns="0">
            <a:noAutofit/>
          </a:bodyPr>
          <a:lstStyle/>
          <a:p>
            <a:pPr indent="0" lvl="0" marL="0" marR="0" rtl="0" algn="l">
              <a:lnSpc>
                <a:spcPct val="130914"/>
              </a:lnSpc>
              <a:spcBef>
                <a:spcPts val="0"/>
              </a:spcBef>
              <a:spcAft>
                <a:spcPts val="0"/>
              </a:spcAft>
              <a:buClr>
                <a:srgbClr val="FFFFFF"/>
              </a:buClr>
              <a:buSzPts val="1860"/>
              <a:buFont typeface="Montserrat"/>
              <a:buNone/>
            </a:pPr>
            <a:r>
              <a:rPr b="1" i="0" lang="en-US" sz="1860" u="none" cap="none" strike="noStrike">
                <a:solidFill>
                  <a:srgbClr val="FFFFFF"/>
                </a:solidFill>
                <a:latin typeface="Montserrat"/>
                <a:ea typeface="Montserrat"/>
                <a:cs typeface="Montserrat"/>
                <a:sym typeface="Montserrat"/>
              </a:rPr>
              <a:t>presenté par : </a:t>
            </a:r>
            <a:endParaRPr b="1" i="0" sz="1860" u="none" cap="none" strike="noStrike">
              <a:solidFill>
                <a:srgbClr val="FFFFFF"/>
              </a:solidFill>
              <a:latin typeface="Montserrat"/>
              <a:ea typeface="Montserrat"/>
              <a:cs typeface="Montserrat"/>
              <a:sym typeface="Montserrat"/>
            </a:endParaRPr>
          </a:p>
          <a:p>
            <a:pPr indent="-346710" lvl="0" marL="457200" marR="0" rtl="0" algn="l">
              <a:lnSpc>
                <a:spcPct val="130914"/>
              </a:lnSpc>
              <a:spcBef>
                <a:spcPts val="0"/>
              </a:spcBef>
              <a:spcAft>
                <a:spcPts val="0"/>
              </a:spcAft>
              <a:buClr>
                <a:schemeClr val="accent1"/>
              </a:buClr>
              <a:buSzPts val="1860"/>
              <a:buFont typeface="Cambria"/>
              <a:buChar char="★"/>
            </a:pPr>
            <a:r>
              <a:rPr b="1" lang="en-US" sz="1860">
                <a:solidFill>
                  <a:schemeClr val="accent1"/>
                </a:solidFill>
                <a:latin typeface="Cambria"/>
                <a:ea typeface="Cambria"/>
                <a:cs typeface="Cambria"/>
                <a:sym typeface="Cambria"/>
              </a:rPr>
              <a:t>NOURA BELKADI</a:t>
            </a:r>
            <a:endParaRPr b="1" sz="1860">
              <a:solidFill>
                <a:schemeClr val="accent1"/>
              </a:solidFill>
              <a:latin typeface="Cambria"/>
              <a:ea typeface="Cambria"/>
              <a:cs typeface="Cambria"/>
              <a:sym typeface="Cambria"/>
            </a:endParaRPr>
          </a:p>
          <a:p>
            <a:pPr indent="-346710" lvl="0" marL="457200" marR="0" rtl="0" algn="l">
              <a:lnSpc>
                <a:spcPct val="130914"/>
              </a:lnSpc>
              <a:spcBef>
                <a:spcPts val="0"/>
              </a:spcBef>
              <a:spcAft>
                <a:spcPts val="0"/>
              </a:spcAft>
              <a:buClr>
                <a:schemeClr val="accent1"/>
              </a:buClr>
              <a:buSzPts val="1860"/>
              <a:buFont typeface="Cambria"/>
              <a:buChar char="★"/>
            </a:pPr>
            <a:r>
              <a:rPr b="1" lang="en-US" sz="1860">
                <a:solidFill>
                  <a:schemeClr val="accent1"/>
                </a:solidFill>
                <a:latin typeface="Cambria"/>
                <a:ea typeface="Cambria"/>
                <a:cs typeface="Cambria"/>
                <a:sym typeface="Cambria"/>
              </a:rPr>
              <a:t>RANYA BABA</a:t>
            </a:r>
            <a:endParaRPr b="1" sz="1860">
              <a:solidFill>
                <a:schemeClr val="accent1"/>
              </a:solidFill>
              <a:latin typeface="Cambria"/>
              <a:ea typeface="Cambria"/>
              <a:cs typeface="Cambria"/>
              <a:sym typeface="Cambria"/>
            </a:endParaRPr>
          </a:p>
          <a:p>
            <a:pPr indent="-346710" lvl="0" marL="457200" marR="0" rtl="0" algn="l">
              <a:lnSpc>
                <a:spcPct val="130914"/>
              </a:lnSpc>
              <a:spcBef>
                <a:spcPts val="0"/>
              </a:spcBef>
              <a:spcAft>
                <a:spcPts val="0"/>
              </a:spcAft>
              <a:buClr>
                <a:schemeClr val="accent1"/>
              </a:buClr>
              <a:buSzPts val="1860"/>
              <a:buFont typeface="Cambria"/>
              <a:buChar char="★"/>
            </a:pPr>
            <a:r>
              <a:rPr b="1" lang="en-US" sz="1860">
                <a:solidFill>
                  <a:schemeClr val="accent1"/>
                </a:solidFill>
                <a:latin typeface="Cambria"/>
                <a:ea typeface="Cambria"/>
                <a:cs typeface="Cambria"/>
                <a:sym typeface="Cambria"/>
              </a:rPr>
              <a:t>YASSINE DYA</a:t>
            </a:r>
            <a:endParaRPr b="1" sz="1860">
              <a:solidFill>
                <a:schemeClr val="accent1"/>
              </a:solidFill>
              <a:latin typeface="Cambria"/>
              <a:ea typeface="Cambria"/>
              <a:cs typeface="Cambria"/>
              <a:sym typeface="Cambria"/>
            </a:endParaRPr>
          </a:p>
          <a:p>
            <a:pPr indent="-346710" lvl="0" marL="457200" marR="0" rtl="0" algn="l">
              <a:lnSpc>
                <a:spcPct val="130914"/>
              </a:lnSpc>
              <a:spcBef>
                <a:spcPts val="0"/>
              </a:spcBef>
              <a:spcAft>
                <a:spcPts val="0"/>
              </a:spcAft>
              <a:buClr>
                <a:schemeClr val="accent1"/>
              </a:buClr>
              <a:buSzPts val="1860"/>
              <a:buFont typeface="Cambria"/>
              <a:buChar char="★"/>
            </a:pPr>
            <a:r>
              <a:rPr b="1" lang="en-US" sz="1860">
                <a:solidFill>
                  <a:schemeClr val="accent1"/>
                </a:solidFill>
                <a:latin typeface="Cambria"/>
                <a:ea typeface="Cambria"/>
                <a:cs typeface="Cambria"/>
                <a:sym typeface="Cambria"/>
              </a:rPr>
              <a:t>YOUSSEF  KHATTAB</a:t>
            </a:r>
            <a:endParaRPr b="1" sz="1860">
              <a:solidFill>
                <a:schemeClr val="accent1"/>
              </a:solidFill>
              <a:latin typeface="Cambria"/>
              <a:ea typeface="Cambria"/>
              <a:cs typeface="Cambria"/>
              <a:sym typeface="Cambria"/>
            </a:endParaRPr>
          </a:p>
          <a:p>
            <a:pPr indent="0" lvl="0" marL="0" marR="0" rtl="0" algn="l">
              <a:lnSpc>
                <a:spcPct val="130913"/>
              </a:lnSpc>
              <a:spcBef>
                <a:spcPts val="0"/>
              </a:spcBef>
              <a:spcAft>
                <a:spcPts val="0"/>
              </a:spcAft>
              <a:buClr>
                <a:srgbClr val="FFFFFF"/>
              </a:buClr>
              <a:buSzPts val="1860"/>
              <a:buFont typeface="Montserrat"/>
              <a:buNone/>
            </a:pPr>
            <a:r>
              <a:t/>
            </a:r>
            <a:endParaRPr sz="1860">
              <a:solidFill>
                <a:srgbClr val="FFFFFF"/>
              </a:solidFill>
              <a:latin typeface="Montserrat"/>
              <a:ea typeface="Montserrat"/>
              <a:cs typeface="Montserrat"/>
              <a:sym typeface="Montserrat"/>
            </a:endParaRPr>
          </a:p>
        </p:txBody>
      </p:sp>
      <p:pic>
        <p:nvPicPr>
          <p:cNvPr id="90" name="Google Shape;90;p13"/>
          <p:cNvPicPr preferRelativeResize="0"/>
          <p:nvPr/>
        </p:nvPicPr>
        <p:blipFill rotWithShape="1">
          <a:blip r:embed="rId6">
            <a:alphaModFix/>
          </a:blip>
          <a:srcRect b="0" l="0" r="0" t="0"/>
          <a:stretch/>
        </p:blipFill>
        <p:spPr>
          <a:xfrm>
            <a:off x="13019375" y="1761977"/>
            <a:ext cx="4247400" cy="7157100"/>
          </a:xfrm>
          <a:prstGeom prst="roundRect">
            <a:avLst>
              <a:gd fmla="val 16667" name="adj"/>
            </a:avLst>
          </a:prstGeom>
          <a:noFill/>
          <a:ln>
            <a:noFill/>
          </a:ln>
          <a:effectLst>
            <a:outerShdw blurRad="1428750" rotWithShape="0" algn="bl" dir="5460000" dist="66675">
              <a:srgbClr val="000000"/>
            </a:outerShdw>
            <a:reflection blurRad="0" dir="0" dist="0" endA="0" endPos="41000" fadeDir="5400012" kx="0" rotWithShape="0" algn="bl" stA="26000" stPos="0" sy="-100000" ky="0"/>
          </a:effectLst>
        </p:spPr>
      </p:pic>
      <p:sp>
        <p:nvSpPr>
          <p:cNvPr id="91" name="Google Shape;91;p13"/>
          <p:cNvSpPr/>
          <p:nvPr/>
        </p:nvSpPr>
        <p:spPr>
          <a:xfrm>
            <a:off x="7274325" y="6248400"/>
            <a:ext cx="3555300" cy="19617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860">
                <a:solidFill>
                  <a:srgbClr val="FFFFFF"/>
                </a:solidFill>
                <a:latin typeface="Montserrat"/>
                <a:ea typeface="Montserrat"/>
                <a:cs typeface="Montserrat"/>
                <a:sym typeface="Montserrat"/>
              </a:rPr>
              <a:t>Encadré par :</a:t>
            </a:r>
            <a:endParaRPr b="1" sz="1860">
              <a:solidFill>
                <a:srgbClr val="FFFFFF"/>
              </a:solidFill>
              <a:latin typeface="Montserrat"/>
              <a:ea typeface="Montserrat"/>
              <a:cs typeface="Montserrat"/>
              <a:sym typeface="Montserrat"/>
            </a:endParaRPr>
          </a:p>
          <a:p>
            <a:pPr indent="0" lvl="0" marL="0" rtl="0" algn="ctr">
              <a:spcBef>
                <a:spcPts val="0"/>
              </a:spcBef>
              <a:spcAft>
                <a:spcPts val="0"/>
              </a:spcAft>
              <a:buNone/>
            </a:pPr>
            <a:r>
              <a:t/>
            </a:r>
            <a:endParaRPr b="1" sz="1860">
              <a:solidFill>
                <a:srgbClr val="FFFFFF"/>
              </a:solidFill>
              <a:latin typeface="Montserrat"/>
              <a:ea typeface="Montserrat"/>
              <a:cs typeface="Montserrat"/>
              <a:sym typeface="Montserrat"/>
            </a:endParaRPr>
          </a:p>
          <a:p>
            <a:pPr indent="-353060" lvl="0" marL="457200" rtl="0" algn="ctr">
              <a:spcBef>
                <a:spcPts val="0"/>
              </a:spcBef>
              <a:spcAft>
                <a:spcPts val="0"/>
              </a:spcAft>
              <a:buClr>
                <a:schemeClr val="accent1"/>
              </a:buClr>
              <a:buSzPts val="1960"/>
              <a:buFont typeface="Cambria"/>
              <a:buChar char="❖"/>
            </a:pPr>
            <a:r>
              <a:rPr b="1" lang="en-US" sz="1960">
                <a:solidFill>
                  <a:schemeClr val="accent1"/>
                </a:solidFill>
                <a:latin typeface="Cambria"/>
                <a:ea typeface="Cambria"/>
                <a:cs typeface="Cambria"/>
                <a:sym typeface="Cambria"/>
              </a:rPr>
              <a:t>Mr. Hicham benalla</a:t>
            </a:r>
            <a:endParaRPr b="1" sz="1960">
              <a:solidFill>
                <a:srgbClr val="FFFFFF"/>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178" r="-178" t="0"/>
            </a:stretch>
          </a:blipFill>
          <a:ln>
            <a:noFill/>
          </a:ln>
        </p:spPr>
      </p:sp>
      <p:sp>
        <p:nvSpPr>
          <p:cNvPr id="97" name="Google Shape;97;p14"/>
          <p:cNvSpPr/>
          <p:nvPr/>
        </p:nvSpPr>
        <p:spPr>
          <a:xfrm>
            <a:off x="2078990" y="697865"/>
            <a:ext cx="643255" cy="643255"/>
          </a:xfrm>
          <a:custGeom>
            <a:rect b="b" l="l" r="r" t="t"/>
            <a:pathLst>
              <a:path extrusionOk="0" h="643255" w="643255">
                <a:moveTo>
                  <a:pt x="0" y="0"/>
                </a:moveTo>
                <a:lnTo>
                  <a:pt x="643254" y="0"/>
                </a:lnTo>
                <a:lnTo>
                  <a:pt x="643254" y="643254"/>
                </a:lnTo>
                <a:lnTo>
                  <a:pt x="0" y="643254"/>
                </a:lnTo>
                <a:lnTo>
                  <a:pt x="0" y="0"/>
                </a:lnTo>
                <a:close/>
              </a:path>
            </a:pathLst>
          </a:custGeom>
          <a:blipFill rotWithShape="1">
            <a:blip r:embed="rId4">
              <a:alphaModFix/>
            </a:blip>
            <a:stretch>
              <a:fillRect b="0" l="0" r="0" t="0"/>
            </a:stretch>
          </a:blipFill>
          <a:ln>
            <a:noFill/>
          </a:ln>
        </p:spPr>
      </p:sp>
      <p:sp>
        <p:nvSpPr>
          <p:cNvPr id="98" name="Google Shape;98;p14"/>
          <p:cNvSpPr/>
          <p:nvPr/>
        </p:nvSpPr>
        <p:spPr>
          <a:xfrm>
            <a:off x="762000" y="9472930"/>
            <a:ext cx="1058545" cy="280670"/>
          </a:xfrm>
          <a:prstGeom prst="rect">
            <a:avLst/>
          </a:prstGeom>
          <a:noFill/>
          <a:ln>
            <a:noFill/>
          </a:ln>
        </p:spPr>
        <p:txBody>
          <a:bodyPr anchorCtr="0" anchor="t" bIns="0" lIns="0" spcFirstLastPara="1" rIns="0" wrap="square" tIns="0">
            <a:noAutofit/>
          </a:bodyPr>
          <a:lstStyle/>
          <a:p>
            <a:pPr indent="0" lvl="0" marL="0" marR="0" rtl="0" algn="l">
              <a:lnSpc>
                <a:spcPct val="139873"/>
              </a:lnSpc>
              <a:spcBef>
                <a:spcPts val="0"/>
              </a:spcBef>
              <a:spcAft>
                <a:spcPts val="0"/>
              </a:spcAft>
              <a:buClr>
                <a:srgbClr val="FFFFFF"/>
              </a:buClr>
              <a:buSzPts val="1580"/>
              <a:buFont typeface="Montserrat"/>
              <a:buNone/>
            </a:pPr>
            <a:r>
              <a:rPr b="0" i="0" lang="en-US" sz="1580" u="none" cap="none" strike="noStrike">
                <a:solidFill>
                  <a:srgbClr val="FFFFFF"/>
                </a:solidFill>
                <a:latin typeface="Montserrat"/>
                <a:ea typeface="Montserrat"/>
                <a:cs typeface="Montserrat"/>
                <a:sym typeface="Montserrat"/>
              </a:rPr>
              <a:t>PAGE 02</a:t>
            </a:r>
            <a:endParaRPr b="0" i="0" sz="1580" u="none" cap="none" strike="noStrike">
              <a:solidFill>
                <a:srgbClr val="FFFFFF"/>
              </a:solidFill>
              <a:latin typeface="Montserrat"/>
              <a:ea typeface="Montserrat"/>
              <a:cs typeface="Montserrat"/>
              <a:sym typeface="Montserrat"/>
            </a:endParaRPr>
          </a:p>
        </p:txBody>
      </p:sp>
      <p:sp>
        <p:nvSpPr>
          <p:cNvPr id="99" name="Google Shape;99;p14"/>
          <p:cNvSpPr/>
          <p:nvPr/>
        </p:nvSpPr>
        <p:spPr>
          <a:xfrm>
            <a:off x="4495800" y="1219200"/>
            <a:ext cx="7729220" cy="1143000"/>
          </a:xfrm>
          <a:prstGeom prst="rect">
            <a:avLst/>
          </a:prstGeom>
          <a:noFill/>
          <a:ln>
            <a:noFill/>
          </a:ln>
        </p:spPr>
        <p:txBody>
          <a:bodyPr anchorCtr="0" anchor="t" bIns="0" lIns="0" spcFirstLastPara="1" rIns="0" wrap="square" tIns="0">
            <a:noAutofit/>
          </a:bodyPr>
          <a:lstStyle/>
          <a:p>
            <a:pPr indent="0" lvl="0" marL="0" marR="0" rtl="0" algn="ctr">
              <a:lnSpc>
                <a:spcPct val="131023"/>
              </a:lnSpc>
              <a:spcBef>
                <a:spcPts val="0"/>
              </a:spcBef>
              <a:spcAft>
                <a:spcPts val="0"/>
              </a:spcAft>
              <a:buClr>
                <a:srgbClr val="FFFFFF"/>
              </a:buClr>
              <a:buSzPts val="6869"/>
              <a:buFont typeface="Montserrat"/>
              <a:buNone/>
            </a:pPr>
            <a:r>
              <a:rPr b="1" i="0" lang="en-US" sz="6869" u="none" cap="none" strike="noStrike">
                <a:solidFill>
                  <a:srgbClr val="FFFFFF"/>
                </a:solidFill>
                <a:latin typeface="Montserrat"/>
                <a:ea typeface="Montserrat"/>
                <a:cs typeface="Montserrat"/>
                <a:sym typeface="Montserrat"/>
              </a:rPr>
              <a:t>INTRODUCTION</a:t>
            </a:r>
            <a:endParaRPr/>
          </a:p>
        </p:txBody>
      </p:sp>
      <p:sp>
        <p:nvSpPr>
          <p:cNvPr id="100" name="Google Shape;100;p14"/>
          <p:cNvSpPr/>
          <p:nvPr/>
        </p:nvSpPr>
        <p:spPr>
          <a:xfrm>
            <a:off x="304800" y="4572000"/>
            <a:ext cx="6019800" cy="2667000"/>
          </a:xfrm>
          <a:prstGeom prst="rect">
            <a:avLst/>
          </a:prstGeom>
          <a:noFill/>
          <a:ln>
            <a:noFill/>
          </a:ln>
        </p:spPr>
        <p:txBody>
          <a:bodyPr anchorCtr="0" anchor="t" bIns="0" lIns="0" spcFirstLastPara="1" rIns="0" wrap="square" tIns="0">
            <a:noAutofit/>
          </a:bodyPr>
          <a:lstStyle/>
          <a:p>
            <a:pPr indent="0" lvl="0" marL="0" marR="0" rtl="0" algn="l">
              <a:lnSpc>
                <a:spcPct val="92727"/>
              </a:lnSpc>
              <a:spcBef>
                <a:spcPts val="0"/>
              </a:spcBef>
              <a:spcAft>
                <a:spcPts val="0"/>
              </a:spcAft>
              <a:buClr>
                <a:schemeClr val="dk1"/>
              </a:buClr>
              <a:buSzPts val="2200"/>
              <a:buFont typeface="Arial"/>
              <a:buNone/>
            </a:pPr>
            <a:r>
              <a:t/>
            </a:r>
            <a:endParaRPr b="0" i="0" sz="2200" u="none" cap="none" strike="noStrike">
              <a:solidFill>
                <a:schemeClr val="dk1"/>
              </a:solidFill>
              <a:latin typeface="Arial"/>
              <a:ea typeface="Arial"/>
              <a:cs typeface="Arial"/>
              <a:sym typeface="Arial"/>
            </a:endParaRPr>
          </a:p>
          <a:p>
            <a:pPr indent="0" lvl="0" marL="0" marR="0" rtl="0" algn="l">
              <a:lnSpc>
                <a:spcPct val="92727"/>
              </a:lnSpc>
              <a:spcBef>
                <a:spcPts val="0"/>
              </a:spcBef>
              <a:spcAft>
                <a:spcPts val="0"/>
              </a:spcAft>
              <a:buClr>
                <a:schemeClr val="dk1"/>
              </a:buClr>
              <a:buSzPts val="2200"/>
              <a:buFont typeface="Arial"/>
              <a:buNone/>
            </a:pPr>
            <a:r>
              <a:t/>
            </a:r>
            <a:endParaRPr b="0" i="0" sz="2200" u="none" cap="none" strike="noStrike">
              <a:solidFill>
                <a:schemeClr val="dk1"/>
              </a:solidFill>
              <a:latin typeface="Arial"/>
              <a:ea typeface="Arial"/>
              <a:cs typeface="Arial"/>
              <a:sym typeface="Arial"/>
            </a:endParaRPr>
          </a:p>
          <a:p>
            <a:pPr indent="-139700" lvl="0" marL="0" marR="0" rtl="0" algn="just">
              <a:lnSpc>
                <a:spcPct val="92727"/>
              </a:lnSpc>
              <a:spcBef>
                <a:spcPts val="0"/>
              </a:spcBef>
              <a:spcAft>
                <a:spcPts val="0"/>
              </a:spcAft>
              <a:buClr>
                <a:srgbClr val="FFFFFF"/>
              </a:buClr>
              <a:buSzPts val="2200"/>
              <a:buFont typeface="Noto Sans Symbols"/>
              <a:buChar char="•"/>
            </a:pPr>
            <a:r>
              <a:rPr b="0" i="0" lang="en-US" sz="2200" u="none" cap="none" strike="noStrike">
                <a:solidFill>
                  <a:srgbClr val="FFFFFF"/>
                </a:solidFill>
                <a:latin typeface="Arial"/>
                <a:ea typeface="Arial"/>
                <a:cs typeface="Arial"/>
                <a:sym typeface="Arial"/>
              </a:rPr>
              <a:t>Le Motorola 6809 représente une étape cruciale dans l'évolution des microprocesseurs. Son étude permet de comprendre les principes       fondamentaux de l'architecture Von Neumann, la gestion des interruptions, et les mécanismes de base de l'exécution d'instructions.</a:t>
            </a:r>
            <a:endParaRPr b="0" i="0" sz="1800" u="none" cap="none" strike="noStrike">
              <a:solidFill>
                <a:srgbClr val="FFFFFF"/>
              </a:solidFill>
              <a:latin typeface="Calibri"/>
              <a:ea typeface="Calibri"/>
              <a:cs typeface="Calibri"/>
              <a:sym typeface="Calibri"/>
            </a:endParaRPr>
          </a:p>
        </p:txBody>
      </p:sp>
      <p:sp>
        <p:nvSpPr>
          <p:cNvPr id="101" name="Google Shape;101;p14"/>
          <p:cNvSpPr/>
          <p:nvPr/>
        </p:nvSpPr>
        <p:spPr>
          <a:xfrm>
            <a:off x="6781800" y="4572000"/>
            <a:ext cx="5181600" cy="2667000"/>
          </a:xfrm>
          <a:prstGeom prst="rect">
            <a:avLst/>
          </a:prstGeom>
          <a:noFill/>
          <a:ln>
            <a:noFill/>
          </a:ln>
        </p:spPr>
        <p:txBody>
          <a:bodyPr anchorCtr="0" anchor="t" bIns="0" lIns="0" spcFirstLastPara="1" rIns="0" wrap="square" tIns="0">
            <a:noAutofit/>
          </a:bodyPr>
          <a:lstStyle/>
          <a:p>
            <a:pPr indent="0" lvl="0" marL="0" marR="0" rtl="0" algn="l">
              <a:lnSpc>
                <a:spcPct val="92727"/>
              </a:lnSpc>
              <a:spcBef>
                <a:spcPts val="0"/>
              </a:spcBef>
              <a:spcAft>
                <a:spcPts val="0"/>
              </a:spcAft>
              <a:buClr>
                <a:srgbClr val="FFFFFF"/>
              </a:buClr>
              <a:buSzPts val="2200"/>
              <a:buFont typeface="Comic Sans MS"/>
              <a:buNone/>
            </a:pPr>
            <a:r>
              <a:t/>
            </a:r>
            <a:endParaRPr b="0" i="0" sz="2200" u="none" cap="none" strike="noStrike">
              <a:solidFill>
                <a:srgbClr val="FFFFFF"/>
              </a:solidFill>
              <a:latin typeface="Comic Sans MS"/>
              <a:ea typeface="Comic Sans MS"/>
              <a:cs typeface="Comic Sans MS"/>
              <a:sym typeface="Comic Sans MS"/>
            </a:endParaRPr>
          </a:p>
          <a:p>
            <a:pPr indent="0" lvl="0" marL="0" marR="0" rtl="0" algn="l">
              <a:lnSpc>
                <a:spcPct val="92727"/>
              </a:lnSpc>
              <a:spcBef>
                <a:spcPts val="0"/>
              </a:spcBef>
              <a:spcAft>
                <a:spcPts val="0"/>
              </a:spcAft>
              <a:buClr>
                <a:srgbClr val="FFFFFF"/>
              </a:buClr>
              <a:buSzPts val="2200"/>
              <a:buFont typeface="Comic Sans MS"/>
              <a:buNone/>
            </a:pPr>
            <a:r>
              <a:t/>
            </a:r>
            <a:endParaRPr b="0" i="0" sz="2200" u="none" cap="none" strike="noStrike">
              <a:solidFill>
                <a:srgbClr val="FFFFFF"/>
              </a:solidFill>
              <a:latin typeface="Comic Sans MS"/>
              <a:ea typeface="Comic Sans MS"/>
              <a:cs typeface="Comic Sans MS"/>
              <a:sym typeface="Comic Sans MS"/>
            </a:endParaRPr>
          </a:p>
          <a:p>
            <a:pPr indent="-139700" lvl="0" marL="0" marR="0" rtl="0" algn="l">
              <a:lnSpc>
                <a:spcPct val="92727"/>
              </a:lnSpc>
              <a:spcBef>
                <a:spcPts val="0"/>
              </a:spcBef>
              <a:spcAft>
                <a:spcPts val="0"/>
              </a:spcAft>
              <a:buClr>
                <a:srgbClr val="FFFFFF"/>
              </a:buClr>
              <a:buSzPts val="2200"/>
              <a:buFont typeface="Noto Sans Symbols"/>
              <a:buChar char="•"/>
            </a:pPr>
            <a:r>
              <a:rPr b="0" i="0" lang="en-US" sz="2200" u="none" cap="none" strike="noStrike">
                <a:solidFill>
                  <a:srgbClr val="FFFFFF"/>
                </a:solidFill>
                <a:latin typeface="Comic Sans MS"/>
                <a:ea typeface="Comic Sans MS"/>
                <a:cs typeface="Comic Sans MS"/>
                <a:sym typeface="Comic Sans MS"/>
              </a:rPr>
              <a:t>Apprendre l'architecture du 6809</a:t>
            </a:r>
            <a:endParaRPr/>
          </a:p>
          <a:p>
            <a:pPr indent="-139700" lvl="0" marL="0" marR="0" rtl="0" algn="l">
              <a:lnSpc>
                <a:spcPct val="92727"/>
              </a:lnSpc>
              <a:spcBef>
                <a:spcPts val="0"/>
              </a:spcBef>
              <a:spcAft>
                <a:spcPts val="0"/>
              </a:spcAft>
              <a:buClr>
                <a:srgbClr val="FFFFFF"/>
              </a:buClr>
              <a:buSzPts val="2200"/>
              <a:buFont typeface="Noto Sans Symbols"/>
              <a:buChar char="•"/>
            </a:pPr>
            <a:r>
              <a:rPr b="0" i="0" lang="en-US" sz="2200" u="none" cap="none" strike="noStrike">
                <a:solidFill>
                  <a:srgbClr val="FFFFFF"/>
                </a:solidFill>
                <a:latin typeface="Comic Sans MS"/>
                <a:ea typeface="Comic Sans MS"/>
                <a:cs typeface="Comic Sans MS"/>
                <a:sym typeface="Comic Sans MS"/>
              </a:rPr>
              <a:t>Développer et tester des programmes assembleur</a:t>
            </a:r>
            <a:endParaRPr/>
          </a:p>
          <a:p>
            <a:pPr indent="-139700" lvl="0" marL="0" marR="0" rtl="0" algn="l">
              <a:lnSpc>
                <a:spcPct val="92727"/>
              </a:lnSpc>
              <a:spcBef>
                <a:spcPts val="0"/>
              </a:spcBef>
              <a:spcAft>
                <a:spcPts val="0"/>
              </a:spcAft>
              <a:buClr>
                <a:srgbClr val="FFFFFF"/>
              </a:buClr>
              <a:buSzPts val="2200"/>
              <a:buFont typeface="Noto Sans Symbols"/>
              <a:buChar char="•"/>
            </a:pPr>
            <a:r>
              <a:rPr b="0" i="0" lang="en-US" sz="2200" u="none" cap="none" strike="noStrike">
                <a:solidFill>
                  <a:srgbClr val="FFFFFF"/>
                </a:solidFill>
                <a:latin typeface="Comic Sans MS"/>
                <a:ea typeface="Comic Sans MS"/>
                <a:cs typeface="Comic Sans MS"/>
                <a:sym typeface="Comic Sans MS"/>
              </a:rPr>
              <a:t>Comprendre le fonctionnement interne</a:t>
            </a:r>
            <a:r>
              <a:rPr b="0" i="0" lang="en-US" sz="1560" u="none" cap="none" strike="noStrike">
                <a:solidFill>
                  <a:srgbClr val="FFFFFF"/>
                </a:solidFill>
                <a:latin typeface="Montserrat"/>
                <a:ea typeface="Montserrat"/>
                <a:cs typeface="Montserrat"/>
                <a:sym typeface="Montserrat"/>
              </a:rPr>
              <a:t>. </a:t>
            </a:r>
            <a:endParaRPr b="0" i="0" sz="1560" u="none" cap="none" strike="noStrike">
              <a:solidFill>
                <a:srgbClr val="FFFFFF"/>
              </a:solidFill>
              <a:latin typeface="Montserrat"/>
              <a:ea typeface="Montserrat"/>
              <a:cs typeface="Montserrat"/>
              <a:sym typeface="Montserrat"/>
            </a:endParaRPr>
          </a:p>
        </p:txBody>
      </p:sp>
      <p:sp>
        <p:nvSpPr>
          <p:cNvPr id="102" name="Google Shape;102;p14"/>
          <p:cNvSpPr/>
          <p:nvPr/>
        </p:nvSpPr>
        <p:spPr>
          <a:xfrm>
            <a:off x="12344400" y="4572000"/>
            <a:ext cx="5105400" cy="2590800"/>
          </a:xfrm>
          <a:prstGeom prst="rect">
            <a:avLst/>
          </a:prstGeom>
          <a:noFill/>
          <a:ln>
            <a:noFill/>
          </a:ln>
        </p:spPr>
        <p:txBody>
          <a:bodyPr anchorCtr="0" anchor="t" bIns="0" lIns="0" spcFirstLastPara="1" rIns="0" wrap="square" tIns="0">
            <a:noAutofit/>
          </a:bodyPr>
          <a:lstStyle/>
          <a:p>
            <a:pPr indent="0" lvl="0" marL="0" marR="0" rtl="0" algn="l">
              <a:lnSpc>
                <a:spcPct val="92727"/>
              </a:lnSpc>
              <a:spcBef>
                <a:spcPts val="0"/>
              </a:spcBef>
              <a:spcAft>
                <a:spcPts val="0"/>
              </a:spcAft>
              <a:buClr>
                <a:srgbClr val="FFFFFF"/>
              </a:buClr>
              <a:buSzPts val="2200"/>
              <a:buFont typeface="Comic Sans MS"/>
              <a:buNone/>
            </a:pPr>
            <a:r>
              <a:rPr b="0" i="0" lang="en-US" sz="2200" u="none" cap="none" strike="noStrike">
                <a:solidFill>
                  <a:srgbClr val="FFFFFF"/>
                </a:solidFill>
                <a:latin typeface="Comic Sans MS"/>
                <a:ea typeface="Comic Sans MS"/>
                <a:cs typeface="Comic Sans MS"/>
                <a:sym typeface="Comic Sans MS"/>
              </a:rPr>
              <a:t> </a:t>
            </a:r>
            <a:endParaRPr b="0" i="0" sz="2200" u="none" cap="none" strike="noStrike">
              <a:solidFill>
                <a:srgbClr val="FFFFFF"/>
              </a:solidFill>
              <a:latin typeface="Comic Sans MS"/>
              <a:ea typeface="Comic Sans MS"/>
              <a:cs typeface="Comic Sans MS"/>
              <a:sym typeface="Comic Sans MS"/>
            </a:endParaRPr>
          </a:p>
          <a:p>
            <a:pPr indent="0" lvl="0" marL="0" marR="0" rtl="0" algn="l">
              <a:lnSpc>
                <a:spcPct val="113333"/>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  </a:t>
            </a:r>
            <a:endParaRPr/>
          </a:p>
          <a:p>
            <a:pPr indent="0" lvl="0" marL="0" marR="0" rtl="0" algn="l">
              <a:lnSpc>
                <a:spcPct val="92727"/>
              </a:lnSpc>
              <a:spcBef>
                <a:spcPts val="0"/>
              </a:spcBef>
              <a:spcAft>
                <a:spcPts val="0"/>
              </a:spcAft>
              <a:buClr>
                <a:srgbClr val="FFFFFF"/>
              </a:buClr>
              <a:buSzPts val="2200"/>
              <a:buFont typeface="Comic Sans MS"/>
              <a:buNone/>
            </a:pPr>
            <a:r>
              <a:rPr b="0" i="0" lang="en-US" sz="2200" u="none" cap="none" strike="noStrike">
                <a:solidFill>
                  <a:srgbClr val="FFFFFF"/>
                </a:solidFill>
                <a:latin typeface="Comic Sans MS"/>
                <a:ea typeface="Comic Sans MS"/>
                <a:cs typeface="Comic Sans MS"/>
                <a:sym typeface="Comic Sans MS"/>
              </a:rPr>
              <a:t>Créer un simulateur complet offrant :</a:t>
            </a:r>
            <a:endParaRPr b="0" i="0" sz="2200" u="none" cap="none" strike="noStrike">
              <a:solidFill>
                <a:srgbClr val="FFFFFF"/>
              </a:solidFill>
              <a:latin typeface="Comic Sans MS"/>
              <a:ea typeface="Comic Sans MS"/>
              <a:cs typeface="Comic Sans MS"/>
              <a:sym typeface="Comic Sans MS"/>
            </a:endParaRPr>
          </a:p>
          <a:p>
            <a:pPr indent="0" lvl="0" marL="0" marR="0" rtl="0" algn="l">
              <a:lnSpc>
                <a:spcPct val="92727"/>
              </a:lnSpc>
              <a:spcBef>
                <a:spcPts val="0"/>
              </a:spcBef>
              <a:spcAft>
                <a:spcPts val="0"/>
              </a:spcAft>
              <a:buClr>
                <a:srgbClr val="FFFFFF"/>
              </a:buClr>
              <a:buSzPts val="2200"/>
              <a:buFont typeface="Comic Sans MS"/>
              <a:buNone/>
            </a:pPr>
            <a:r>
              <a:rPr b="0" i="0" lang="en-US" sz="2200" u="none" cap="none" strike="noStrike">
                <a:solidFill>
                  <a:srgbClr val="FFFFFF"/>
                </a:solidFill>
                <a:latin typeface="Comic Sans MS"/>
                <a:ea typeface="Comic Sans MS"/>
                <a:cs typeface="Comic Sans MS"/>
                <a:sym typeface="Comic Sans MS"/>
              </a:rPr>
              <a:t>- Exécution fidèle des instructions</a:t>
            </a:r>
            <a:endParaRPr/>
          </a:p>
          <a:p>
            <a:pPr indent="0" lvl="0" marL="0" marR="0" rtl="0" algn="l">
              <a:lnSpc>
                <a:spcPct val="92727"/>
              </a:lnSpc>
              <a:spcBef>
                <a:spcPts val="0"/>
              </a:spcBef>
              <a:spcAft>
                <a:spcPts val="0"/>
              </a:spcAft>
              <a:buClr>
                <a:srgbClr val="FFFFFF"/>
              </a:buClr>
              <a:buSzPts val="2200"/>
              <a:buFont typeface="Comic Sans MS"/>
              <a:buNone/>
            </a:pPr>
            <a:r>
              <a:rPr b="0" i="0" lang="en-US" sz="2200" u="none" cap="none" strike="noStrike">
                <a:solidFill>
                  <a:srgbClr val="FFFFFF"/>
                </a:solidFill>
                <a:latin typeface="Comic Sans MS"/>
                <a:ea typeface="Comic Sans MS"/>
                <a:cs typeface="Comic Sans MS"/>
                <a:sym typeface="Comic Sans MS"/>
              </a:rPr>
              <a:t>- Interface graphique intuitive</a:t>
            </a:r>
            <a:endParaRPr/>
          </a:p>
          <a:p>
            <a:pPr indent="0" lvl="0" marL="0" marR="0" rtl="0" algn="l">
              <a:lnSpc>
                <a:spcPct val="92727"/>
              </a:lnSpc>
              <a:spcBef>
                <a:spcPts val="0"/>
              </a:spcBef>
              <a:spcAft>
                <a:spcPts val="0"/>
              </a:spcAft>
              <a:buClr>
                <a:srgbClr val="FFFFFF"/>
              </a:buClr>
              <a:buSzPts val="2200"/>
              <a:buFont typeface="Comic Sans MS"/>
              <a:buNone/>
            </a:pPr>
            <a:r>
              <a:rPr b="0" i="0" lang="en-US" sz="2200" u="none" cap="none" strike="noStrike">
                <a:solidFill>
                  <a:srgbClr val="FFFFFF"/>
                </a:solidFill>
                <a:latin typeface="Comic Sans MS"/>
                <a:ea typeface="Comic Sans MS"/>
                <a:cs typeface="Comic Sans MS"/>
                <a:sym typeface="Comic Sans MS"/>
              </a:rPr>
              <a:t>- Visualisation en temps réel</a:t>
            </a:r>
            <a:endParaRPr/>
          </a:p>
          <a:p>
            <a:pPr indent="0" lvl="0" marL="0" marR="0" rtl="0" algn="l">
              <a:lnSpc>
                <a:spcPct val="92727"/>
              </a:lnSpc>
              <a:spcBef>
                <a:spcPts val="0"/>
              </a:spcBef>
              <a:spcAft>
                <a:spcPts val="0"/>
              </a:spcAft>
              <a:buClr>
                <a:srgbClr val="FFFFFF"/>
              </a:buClr>
              <a:buSzPts val="2200"/>
              <a:buFont typeface="Comic Sans MS"/>
              <a:buNone/>
            </a:pPr>
            <a:r>
              <a:rPr b="0" i="0" lang="en-US" sz="2200" u="none" cap="none" strike="noStrike">
                <a:solidFill>
                  <a:srgbClr val="FFFFFF"/>
                </a:solidFill>
                <a:latin typeface="Comic Sans MS"/>
                <a:ea typeface="Comic Sans MS"/>
                <a:cs typeface="Comic Sans MS"/>
                <a:sym typeface="Comic Sans MS"/>
              </a:rPr>
              <a:t>- Outil pédagogique et pratique</a:t>
            </a:r>
            <a:endParaRPr/>
          </a:p>
        </p:txBody>
      </p:sp>
      <p:sp>
        <p:nvSpPr>
          <p:cNvPr id="103" name="Google Shape;103;p14"/>
          <p:cNvSpPr/>
          <p:nvPr/>
        </p:nvSpPr>
        <p:spPr>
          <a:xfrm>
            <a:off x="1600200" y="3733800"/>
            <a:ext cx="3201035" cy="381000"/>
          </a:xfrm>
          <a:prstGeom prst="rect">
            <a:avLst/>
          </a:prstGeom>
          <a:noFill/>
          <a:ln>
            <a:noFill/>
          </a:ln>
        </p:spPr>
        <p:txBody>
          <a:bodyPr anchorCtr="0" anchor="t" bIns="0" lIns="0" spcFirstLastPara="1" rIns="0" wrap="square" tIns="0">
            <a:noAutofit/>
          </a:bodyPr>
          <a:lstStyle/>
          <a:p>
            <a:pPr indent="0" lvl="0" marL="0" marR="0" rtl="0" algn="l">
              <a:lnSpc>
                <a:spcPct val="130973"/>
              </a:lnSpc>
              <a:spcBef>
                <a:spcPts val="0"/>
              </a:spcBef>
              <a:spcAft>
                <a:spcPts val="0"/>
              </a:spcAft>
              <a:buClr>
                <a:srgbClr val="FFFFFF"/>
              </a:buClr>
              <a:buSzPts val="2260"/>
              <a:buFont typeface="Montserrat"/>
              <a:buNone/>
            </a:pPr>
            <a:r>
              <a:rPr b="1" i="0" lang="en-US" sz="2260" u="none" cap="none" strike="noStrike">
                <a:solidFill>
                  <a:srgbClr val="FFFFFF"/>
                </a:solidFill>
                <a:latin typeface="Montserrat"/>
                <a:ea typeface="Montserrat"/>
                <a:cs typeface="Montserrat"/>
                <a:sym typeface="Montserrat"/>
              </a:rPr>
              <a:t>     </a:t>
            </a:r>
            <a:r>
              <a:rPr b="1" lang="en-US" sz="3400">
                <a:solidFill>
                  <a:srgbClr val="9D4EDD"/>
                </a:solidFill>
              </a:rPr>
              <a:t>🕹️</a:t>
            </a:r>
            <a:r>
              <a:rPr b="1" lang="en-US" sz="1800">
                <a:solidFill>
                  <a:srgbClr val="9D4EDD"/>
                </a:solidFill>
              </a:rPr>
              <a:t> </a:t>
            </a:r>
            <a:r>
              <a:rPr b="1" i="0" lang="en-US" sz="2260" u="none" cap="none" strike="noStrike">
                <a:solidFill>
                  <a:srgbClr val="FFFFFF"/>
                </a:solidFill>
                <a:latin typeface="Montserrat"/>
                <a:ea typeface="Montserrat"/>
                <a:cs typeface="Montserrat"/>
                <a:sym typeface="Montserrat"/>
              </a:rPr>
              <a:t>Contexte</a:t>
            </a:r>
            <a:endParaRPr b="1" i="0" sz="2260" u="none" cap="none" strike="noStrike">
              <a:solidFill>
                <a:srgbClr val="FFFFFF"/>
              </a:solidFill>
              <a:latin typeface="Montserrat"/>
              <a:ea typeface="Montserrat"/>
              <a:cs typeface="Montserrat"/>
              <a:sym typeface="Montserrat"/>
            </a:endParaRPr>
          </a:p>
        </p:txBody>
      </p:sp>
      <p:sp>
        <p:nvSpPr>
          <p:cNvPr id="104" name="Google Shape;104;p14"/>
          <p:cNvSpPr/>
          <p:nvPr/>
        </p:nvSpPr>
        <p:spPr>
          <a:xfrm>
            <a:off x="7924800" y="3657600"/>
            <a:ext cx="2786380" cy="375920"/>
          </a:xfrm>
          <a:prstGeom prst="rect">
            <a:avLst/>
          </a:prstGeom>
          <a:noFill/>
          <a:ln>
            <a:noFill/>
          </a:ln>
        </p:spPr>
        <p:txBody>
          <a:bodyPr anchorCtr="0" anchor="t" bIns="0" lIns="0" spcFirstLastPara="1" rIns="0" wrap="square" tIns="0">
            <a:noAutofit/>
          </a:bodyPr>
          <a:lstStyle/>
          <a:p>
            <a:pPr indent="0" lvl="0" marL="0" marR="0" rtl="0" algn="l">
              <a:lnSpc>
                <a:spcPct val="130973"/>
              </a:lnSpc>
              <a:spcBef>
                <a:spcPts val="0"/>
              </a:spcBef>
              <a:spcAft>
                <a:spcPts val="0"/>
              </a:spcAft>
              <a:buClr>
                <a:srgbClr val="FFFFFF"/>
              </a:buClr>
              <a:buSzPts val="2260"/>
              <a:buFont typeface="Montserrat"/>
              <a:buNone/>
            </a:pPr>
            <a:r>
              <a:rPr b="1" lang="en-US" sz="3100">
                <a:solidFill>
                  <a:srgbClr val="9D4EDD"/>
                </a:solidFill>
              </a:rPr>
              <a:t>❓</a:t>
            </a:r>
            <a:r>
              <a:rPr b="1" i="0" lang="en-US" sz="2260" u="none" cap="none" strike="noStrike">
                <a:solidFill>
                  <a:srgbClr val="FFFFFF"/>
                </a:solidFill>
                <a:latin typeface="Montserrat"/>
                <a:ea typeface="Montserrat"/>
                <a:cs typeface="Montserrat"/>
                <a:sym typeface="Montserrat"/>
              </a:rPr>
              <a:t>Problématique</a:t>
            </a:r>
            <a:endParaRPr/>
          </a:p>
        </p:txBody>
      </p:sp>
      <p:sp>
        <p:nvSpPr>
          <p:cNvPr id="105" name="Google Shape;105;p14"/>
          <p:cNvSpPr/>
          <p:nvPr/>
        </p:nvSpPr>
        <p:spPr>
          <a:xfrm>
            <a:off x="13030200" y="3657600"/>
            <a:ext cx="2787015" cy="375920"/>
          </a:xfrm>
          <a:prstGeom prst="rect">
            <a:avLst/>
          </a:prstGeom>
          <a:noFill/>
          <a:ln>
            <a:noFill/>
          </a:ln>
        </p:spPr>
        <p:txBody>
          <a:bodyPr anchorCtr="0" anchor="t" bIns="0" lIns="0" spcFirstLastPara="1" rIns="0" wrap="square" tIns="0">
            <a:noAutofit/>
          </a:bodyPr>
          <a:lstStyle/>
          <a:p>
            <a:pPr indent="0" lvl="0" marL="0" marR="0" rtl="0" algn="l">
              <a:lnSpc>
                <a:spcPct val="130973"/>
              </a:lnSpc>
              <a:spcBef>
                <a:spcPts val="0"/>
              </a:spcBef>
              <a:spcAft>
                <a:spcPts val="0"/>
              </a:spcAft>
              <a:buClr>
                <a:srgbClr val="FFFFFF"/>
              </a:buClr>
              <a:buSzPts val="2260"/>
              <a:buFont typeface="Montserrat"/>
              <a:buNone/>
            </a:pPr>
            <a:r>
              <a:rPr b="1" i="0" lang="en-US" sz="2260" u="none" cap="none" strike="noStrike">
                <a:solidFill>
                  <a:srgbClr val="FFFFFF"/>
                </a:solidFill>
                <a:latin typeface="Montserrat"/>
                <a:ea typeface="Montserrat"/>
                <a:cs typeface="Montserrat"/>
                <a:sym typeface="Montserrat"/>
              </a:rPr>
              <a:t> </a:t>
            </a:r>
            <a:r>
              <a:rPr b="1" i="0" lang="en-US" sz="2660" u="none" cap="none" strike="noStrike">
                <a:solidFill>
                  <a:srgbClr val="FFFFFF"/>
                </a:solidFill>
                <a:latin typeface="Montserrat"/>
                <a:ea typeface="Montserrat"/>
                <a:cs typeface="Montserrat"/>
                <a:sym typeface="Montserrat"/>
              </a:rPr>
              <a:t> </a:t>
            </a:r>
            <a:r>
              <a:rPr b="1" i="0" lang="en-US" sz="3259" u="none" cap="none" strike="noStrike">
                <a:solidFill>
                  <a:srgbClr val="FFFFFF"/>
                </a:solidFill>
                <a:latin typeface="Montserrat"/>
                <a:ea typeface="Montserrat"/>
                <a:cs typeface="Montserrat"/>
                <a:sym typeface="Montserrat"/>
              </a:rPr>
              <a:t> </a:t>
            </a:r>
            <a:r>
              <a:rPr b="1" lang="en-US" sz="2800">
                <a:solidFill>
                  <a:srgbClr val="9D4EDD"/>
                </a:solidFill>
              </a:rPr>
              <a:t>🎯</a:t>
            </a:r>
            <a:r>
              <a:rPr b="1" i="0" lang="en-US" sz="3259" u="none" cap="none" strike="noStrike">
                <a:solidFill>
                  <a:srgbClr val="FFFFFF"/>
                </a:solidFill>
                <a:latin typeface="Montserrat"/>
                <a:ea typeface="Montserrat"/>
                <a:cs typeface="Montserrat"/>
                <a:sym typeface="Montserrat"/>
              </a:rPr>
              <a:t> </a:t>
            </a:r>
            <a:r>
              <a:rPr b="1" i="0" lang="en-US" sz="2860" u="none" cap="none" strike="noStrike">
                <a:solidFill>
                  <a:srgbClr val="FFFFFF"/>
                </a:solidFill>
                <a:latin typeface="Montserrat"/>
                <a:ea typeface="Montserrat"/>
                <a:cs typeface="Montserrat"/>
                <a:sym typeface="Montserrat"/>
              </a:rPr>
              <a:t> </a:t>
            </a:r>
            <a:r>
              <a:rPr b="1" i="0" lang="en-US" sz="2260" u="none" cap="none" strike="noStrike">
                <a:solidFill>
                  <a:srgbClr val="FFFFFF"/>
                </a:solidFill>
                <a:latin typeface="Montserrat"/>
                <a:ea typeface="Montserrat"/>
                <a:cs typeface="Montserrat"/>
                <a:sym typeface="Montserrat"/>
              </a:rPr>
              <a:t>Objectif</a:t>
            </a:r>
            <a:endParaRPr b="1" i="0" sz="2260" u="none" cap="none" strike="noStrike">
              <a:solidFill>
                <a:srgbClr val="FFFFFF"/>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3"/>
                                        </p:tgtEl>
                                        <p:attrNameLst>
                                          <p:attrName>style.visibility</p:attrName>
                                        </p:attrNameLst>
                                      </p:cBhvr>
                                      <p:to>
                                        <p:strVal val="visible"/>
                                      </p:to>
                                    </p:set>
                                    <p:anim calcmode="lin" valueType="num">
                                      <p:cBhvr additive="base">
                                        <p:cTn dur="1000"/>
                                        <p:tgtEl>
                                          <p:spTgt spid="10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00"/>
                                        </p:tgtEl>
                                        <p:attrNameLst>
                                          <p:attrName>style.visibility</p:attrName>
                                        </p:attrNameLst>
                                      </p:cBhvr>
                                      <p:to>
                                        <p:strVal val="visible"/>
                                      </p:to>
                                    </p:set>
                                    <p:anim calcmode="lin" valueType="num">
                                      <p:cBhvr additive="base">
                                        <p:cTn dur="1000"/>
                                        <p:tgtEl>
                                          <p:spTgt spid="10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4"/>
                                        </p:tgtEl>
                                        <p:attrNameLst>
                                          <p:attrName>style.visibility</p:attrName>
                                        </p:attrNameLst>
                                      </p:cBhvr>
                                      <p:to>
                                        <p:strVal val="visible"/>
                                      </p:to>
                                    </p:set>
                                    <p:anim calcmode="lin" valueType="num">
                                      <p:cBhvr additive="base">
                                        <p:cTn dur="1000"/>
                                        <p:tgtEl>
                                          <p:spTgt spid="10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01"/>
                                        </p:tgtEl>
                                        <p:attrNameLst>
                                          <p:attrName>style.visibility</p:attrName>
                                        </p:attrNameLst>
                                      </p:cBhvr>
                                      <p:to>
                                        <p:strVal val="visible"/>
                                      </p:to>
                                    </p:set>
                                    <p:anim calcmode="lin" valueType="num">
                                      <p:cBhvr additive="base">
                                        <p:cTn dur="1000"/>
                                        <p:tgtEl>
                                          <p:spTgt spid="10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5"/>
                                        </p:tgtEl>
                                        <p:attrNameLst>
                                          <p:attrName>style.visibility</p:attrName>
                                        </p:attrNameLst>
                                      </p:cBhvr>
                                      <p:to>
                                        <p:strVal val="visible"/>
                                      </p:to>
                                    </p:set>
                                    <p:anim calcmode="lin" valueType="num">
                                      <p:cBhvr additive="base">
                                        <p:cTn dur="1000"/>
                                        <p:tgtEl>
                                          <p:spTgt spid="10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02"/>
                                        </p:tgtEl>
                                        <p:attrNameLst>
                                          <p:attrName>style.visibility</p:attrName>
                                        </p:attrNameLst>
                                      </p:cBhvr>
                                      <p:to>
                                        <p:strVal val="visible"/>
                                      </p:to>
                                    </p:set>
                                    <p:anim calcmode="lin" valueType="num">
                                      <p:cBhvr additive="base">
                                        <p:cTn dur="1000"/>
                                        <p:tgtEl>
                                          <p:spTgt spid="102"/>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5"/>
          <p:cNvSpPr/>
          <p:nvPr/>
        </p:nvSpPr>
        <p:spPr>
          <a:xfrm>
            <a:off x="-1097287" y="-308612"/>
            <a:ext cx="19385280" cy="1090422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178" r="-178" t="0"/>
            </a:stretch>
          </a:blipFill>
          <a:ln>
            <a:noFill/>
          </a:ln>
        </p:spPr>
      </p:sp>
      <p:sp>
        <p:nvSpPr>
          <p:cNvPr id="111" name="Google Shape;111;p15"/>
          <p:cNvSpPr/>
          <p:nvPr/>
        </p:nvSpPr>
        <p:spPr>
          <a:xfrm>
            <a:off x="340300" y="201645"/>
            <a:ext cx="643255" cy="643255"/>
          </a:xfrm>
          <a:custGeom>
            <a:rect b="b" l="l" r="r" t="t"/>
            <a:pathLst>
              <a:path extrusionOk="0" h="643255" w="643255">
                <a:moveTo>
                  <a:pt x="0" y="0"/>
                </a:moveTo>
                <a:lnTo>
                  <a:pt x="643254" y="0"/>
                </a:lnTo>
                <a:lnTo>
                  <a:pt x="643254" y="643254"/>
                </a:lnTo>
                <a:lnTo>
                  <a:pt x="0" y="643254"/>
                </a:lnTo>
                <a:lnTo>
                  <a:pt x="0" y="0"/>
                </a:lnTo>
                <a:close/>
              </a:path>
            </a:pathLst>
          </a:custGeom>
          <a:blipFill rotWithShape="1">
            <a:blip r:embed="rId4">
              <a:alphaModFix/>
            </a:blip>
            <a:stretch>
              <a:fillRect b="0" l="0" r="0" t="0"/>
            </a:stretch>
          </a:blipFill>
          <a:ln>
            <a:noFill/>
          </a:ln>
        </p:spPr>
      </p:sp>
      <p:sp>
        <p:nvSpPr>
          <p:cNvPr id="112" name="Google Shape;112;p15"/>
          <p:cNvSpPr/>
          <p:nvPr/>
        </p:nvSpPr>
        <p:spPr>
          <a:xfrm>
            <a:off x="1151255" y="9549130"/>
            <a:ext cx="1058545" cy="280670"/>
          </a:xfrm>
          <a:prstGeom prst="rect">
            <a:avLst/>
          </a:prstGeom>
          <a:noFill/>
          <a:ln>
            <a:noFill/>
          </a:ln>
        </p:spPr>
        <p:txBody>
          <a:bodyPr anchorCtr="0" anchor="t" bIns="0" lIns="0" spcFirstLastPara="1" rIns="0" wrap="square" tIns="0">
            <a:noAutofit/>
          </a:bodyPr>
          <a:lstStyle/>
          <a:p>
            <a:pPr indent="0" lvl="0" marL="0" marR="0" rtl="0" algn="l">
              <a:lnSpc>
                <a:spcPct val="139873"/>
              </a:lnSpc>
              <a:spcBef>
                <a:spcPts val="0"/>
              </a:spcBef>
              <a:spcAft>
                <a:spcPts val="0"/>
              </a:spcAft>
              <a:buClr>
                <a:srgbClr val="FFFFFF"/>
              </a:buClr>
              <a:buSzPts val="1580"/>
              <a:buFont typeface="Montserrat"/>
              <a:buNone/>
            </a:pPr>
            <a:r>
              <a:rPr b="0" i="0" lang="en-US" sz="1580" u="none" cap="none" strike="noStrike">
                <a:solidFill>
                  <a:srgbClr val="FFFFFF"/>
                </a:solidFill>
                <a:latin typeface="Montserrat"/>
                <a:ea typeface="Montserrat"/>
                <a:cs typeface="Montserrat"/>
                <a:sym typeface="Montserrat"/>
              </a:rPr>
              <a:t>PAGE 03</a:t>
            </a:r>
            <a:endParaRPr b="0" i="0" sz="1580" u="none" cap="none" strike="noStrike">
              <a:solidFill>
                <a:srgbClr val="FFFFFF"/>
              </a:solidFill>
              <a:latin typeface="Montserrat"/>
              <a:ea typeface="Montserrat"/>
              <a:cs typeface="Montserrat"/>
              <a:sym typeface="Montserrat"/>
            </a:endParaRPr>
          </a:p>
        </p:txBody>
      </p:sp>
      <p:sp>
        <p:nvSpPr>
          <p:cNvPr id="113" name="Google Shape;113;p15"/>
          <p:cNvSpPr/>
          <p:nvPr/>
        </p:nvSpPr>
        <p:spPr>
          <a:xfrm>
            <a:off x="652150" y="1007312"/>
            <a:ext cx="3757800" cy="758400"/>
          </a:xfrm>
          <a:prstGeom prst="roundRect">
            <a:avLst>
              <a:gd fmla="val 16667" name="adj"/>
            </a:avLst>
          </a:prstGeom>
          <a:noFill/>
          <a:ln>
            <a:noFill/>
          </a:ln>
        </p:spPr>
        <p:txBody>
          <a:bodyPr anchorCtr="0" anchor="t" bIns="0" lIns="0" spcFirstLastPara="1" rIns="0" wrap="square" tIns="0">
            <a:noAutofit/>
          </a:bodyPr>
          <a:lstStyle/>
          <a:p>
            <a:pPr indent="0" lvl="0" marL="0" marR="0" rtl="0" algn="l">
              <a:lnSpc>
                <a:spcPct val="131023"/>
              </a:lnSpc>
              <a:spcBef>
                <a:spcPts val="0"/>
              </a:spcBef>
              <a:spcAft>
                <a:spcPts val="0"/>
              </a:spcAft>
              <a:buClr>
                <a:srgbClr val="FFFFFF"/>
              </a:buClr>
              <a:buSzPts val="6869"/>
              <a:buFont typeface="Montserrat"/>
              <a:buNone/>
            </a:pPr>
            <a:r>
              <a:rPr lang="en-US" sz="3170">
                <a:solidFill>
                  <a:srgbClr val="FFFFFF"/>
                </a:solidFill>
                <a:latin typeface="Georgia"/>
                <a:ea typeface="Georgia"/>
                <a:cs typeface="Georgia"/>
                <a:sym typeface="Georgia"/>
              </a:rPr>
              <a:t>     </a:t>
            </a:r>
            <a:r>
              <a:rPr b="1" lang="en-US" sz="3170">
                <a:solidFill>
                  <a:srgbClr val="FFFFFF"/>
                </a:solidFill>
                <a:latin typeface="Georgia"/>
                <a:ea typeface="Georgia"/>
                <a:cs typeface="Georgia"/>
                <a:sym typeface="Georgia"/>
              </a:rPr>
              <a:t> </a:t>
            </a:r>
            <a:r>
              <a:rPr b="1" lang="en-US" sz="3170">
                <a:solidFill>
                  <a:srgbClr val="9D4EDD"/>
                </a:solidFill>
                <a:latin typeface="Georgia"/>
                <a:ea typeface="Georgia"/>
                <a:cs typeface="Georgia"/>
                <a:sym typeface="Georgia"/>
              </a:rPr>
              <a:t>Modèle MVC</a:t>
            </a:r>
            <a:endParaRPr b="1" i="0" sz="3170" u="none" cap="none" strike="noStrike">
              <a:solidFill>
                <a:srgbClr val="9D4EDD"/>
              </a:solidFill>
              <a:latin typeface="Georgia"/>
              <a:ea typeface="Georgia"/>
              <a:cs typeface="Georgia"/>
              <a:sym typeface="Georgia"/>
            </a:endParaRPr>
          </a:p>
        </p:txBody>
      </p:sp>
      <p:sp>
        <p:nvSpPr>
          <p:cNvPr id="114" name="Google Shape;114;p15"/>
          <p:cNvSpPr/>
          <p:nvPr/>
        </p:nvSpPr>
        <p:spPr>
          <a:xfrm>
            <a:off x="0" y="1849550"/>
            <a:ext cx="5334000" cy="1734900"/>
          </a:xfrm>
          <a:prstGeom prst="rect">
            <a:avLst/>
          </a:prstGeom>
          <a:noFill/>
          <a:ln>
            <a:noFill/>
          </a:ln>
        </p:spPr>
        <p:txBody>
          <a:bodyPr anchorCtr="0" anchor="t" bIns="0" lIns="0" spcFirstLastPara="1" rIns="0" wrap="square" tIns="0">
            <a:noAutofit/>
          </a:bodyPr>
          <a:lstStyle/>
          <a:p>
            <a:pPr indent="0" lvl="0" marL="0" rtl="0" algn="l">
              <a:lnSpc>
                <a:spcPct val="131004"/>
              </a:lnSpc>
              <a:spcBef>
                <a:spcPts val="0"/>
              </a:spcBef>
              <a:spcAft>
                <a:spcPts val="0"/>
              </a:spcAft>
              <a:buClr>
                <a:schemeClr val="dk1"/>
              </a:buClr>
              <a:buSzPts val="1100"/>
              <a:buFont typeface="Arial"/>
              <a:buNone/>
            </a:pPr>
            <a:r>
              <a:rPr b="1" lang="en-US" sz="2600">
                <a:solidFill>
                  <a:srgbClr val="FFFFFF"/>
                </a:solidFill>
                <a:latin typeface="Montserrat"/>
                <a:ea typeface="Montserrat"/>
                <a:cs typeface="Montserrat"/>
                <a:sym typeface="Montserrat"/>
              </a:rPr>
              <a:t>                         </a:t>
            </a:r>
            <a:r>
              <a:rPr b="1" lang="en-US" sz="2900">
                <a:solidFill>
                  <a:srgbClr val="00D4FF"/>
                </a:solidFill>
                <a:latin typeface="Roboto"/>
                <a:ea typeface="Roboto"/>
                <a:cs typeface="Roboto"/>
                <a:sym typeface="Roboto"/>
              </a:rPr>
              <a:t>VUE</a:t>
            </a:r>
            <a:endParaRPr b="1" sz="2200">
              <a:solidFill>
                <a:srgbClr val="FFFFFF"/>
              </a:solidFill>
              <a:latin typeface="Montserrat"/>
              <a:ea typeface="Montserrat"/>
              <a:cs typeface="Montserrat"/>
              <a:sym typeface="Montserrat"/>
            </a:endParaRPr>
          </a:p>
          <a:p>
            <a:pPr indent="0" lvl="0" marL="0" rtl="0" algn="ctr">
              <a:lnSpc>
                <a:spcPct val="131004"/>
              </a:lnSpc>
              <a:spcBef>
                <a:spcPts val="0"/>
              </a:spcBef>
              <a:spcAft>
                <a:spcPts val="0"/>
              </a:spcAft>
              <a:buClr>
                <a:schemeClr val="dk1"/>
              </a:buClr>
              <a:buSzPts val="1100"/>
              <a:buFont typeface="Arial"/>
              <a:buNone/>
            </a:pPr>
            <a:r>
              <a:rPr lang="en-US" sz="2300">
                <a:solidFill>
                  <a:srgbClr val="FFFFFF"/>
                </a:solidFill>
                <a:latin typeface="Roboto"/>
                <a:ea typeface="Roboto"/>
                <a:cs typeface="Roboto"/>
                <a:sym typeface="Roboto"/>
              </a:rPr>
              <a:t>Fenetre Principale +Registres</a:t>
            </a:r>
            <a:endParaRPr sz="2700">
              <a:solidFill>
                <a:srgbClr val="FFFFFF"/>
              </a:solidFill>
              <a:latin typeface="Montserrat"/>
              <a:ea typeface="Montserrat"/>
              <a:cs typeface="Montserrat"/>
              <a:sym typeface="Montserrat"/>
            </a:endParaRPr>
          </a:p>
          <a:p>
            <a:pPr indent="0" lvl="0" marL="0" rtl="0" algn="ctr">
              <a:lnSpc>
                <a:spcPct val="131004"/>
              </a:lnSpc>
              <a:spcBef>
                <a:spcPts val="0"/>
              </a:spcBef>
              <a:spcAft>
                <a:spcPts val="0"/>
              </a:spcAft>
              <a:buClr>
                <a:schemeClr val="dk1"/>
              </a:buClr>
              <a:buSzPts val="1100"/>
              <a:buFont typeface="Arial"/>
              <a:buNone/>
            </a:pPr>
            <a:r>
              <a:rPr lang="en-US" sz="2700">
                <a:solidFill>
                  <a:srgbClr val="FFFFFF"/>
                </a:solidFill>
                <a:latin typeface="Montserrat"/>
                <a:ea typeface="Montserrat"/>
                <a:cs typeface="Montserrat"/>
                <a:sym typeface="Montserrat"/>
              </a:rPr>
              <a:t>R</a:t>
            </a:r>
            <a:r>
              <a:rPr lang="en-US" sz="2300">
                <a:solidFill>
                  <a:srgbClr val="FFFFFF"/>
                </a:solidFill>
                <a:latin typeface="Roboto"/>
                <a:ea typeface="Roboto"/>
                <a:cs typeface="Roboto"/>
                <a:sym typeface="Roboto"/>
              </a:rPr>
              <a:t>AM +ROM + Editeur d’Assembleur + Programme</a:t>
            </a:r>
            <a:endParaRPr sz="2700">
              <a:solidFill>
                <a:srgbClr val="FFFFFF"/>
              </a:solidFill>
              <a:latin typeface="Montserrat"/>
              <a:ea typeface="Montserrat"/>
              <a:cs typeface="Montserrat"/>
              <a:sym typeface="Montserrat"/>
            </a:endParaRPr>
          </a:p>
          <a:p>
            <a:pPr indent="0" lvl="0" marL="0" marR="0" rtl="0" algn="l">
              <a:lnSpc>
                <a:spcPct val="131004"/>
              </a:lnSpc>
              <a:spcBef>
                <a:spcPts val="0"/>
              </a:spcBef>
              <a:spcAft>
                <a:spcPts val="0"/>
              </a:spcAft>
              <a:buClr>
                <a:schemeClr val="dk1"/>
              </a:buClr>
              <a:buSzPts val="6870"/>
              <a:buFont typeface="Calibri"/>
              <a:buNone/>
            </a:pPr>
            <a:r>
              <a:rPr b="1" lang="en-US" sz="6869">
                <a:solidFill>
                  <a:srgbClr val="FFFFFF"/>
                </a:solidFill>
                <a:latin typeface="Montserrat"/>
                <a:ea typeface="Montserrat"/>
                <a:cs typeface="Montserrat"/>
                <a:sym typeface="Montserrat"/>
              </a:rPr>
              <a:t>         </a:t>
            </a:r>
            <a:r>
              <a:rPr b="1" lang="en-US" sz="6869">
                <a:solidFill>
                  <a:schemeClr val="accent4"/>
                </a:solidFill>
                <a:latin typeface="Montserrat"/>
                <a:ea typeface="Montserrat"/>
                <a:cs typeface="Montserrat"/>
                <a:sym typeface="Montserrat"/>
              </a:rPr>
              <a:t>↓</a:t>
            </a:r>
            <a:endParaRPr b="1" sz="6869">
              <a:solidFill>
                <a:schemeClr val="accent4"/>
              </a:solidFill>
              <a:latin typeface="Montserrat"/>
              <a:ea typeface="Montserrat"/>
              <a:cs typeface="Montserrat"/>
              <a:sym typeface="Montserrat"/>
            </a:endParaRPr>
          </a:p>
        </p:txBody>
      </p:sp>
      <p:sp>
        <p:nvSpPr>
          <p:cNvPr id="115" name="Google Shape;115;p15"/>
          <p:cNvSpPr/>
          <p:nvPr/>
        </p:nvSpPr>
        <p:spPr>
          <a:xfrm>
            <a:off x="340300" y="4510521"/>
            <a:ext cx="4381500" cy="588300"/>
          </a:xfrm>
          <a:prstGeom prst="rect">
            <a:avLst/>
          </a:prstGeom>
          <a:noFill/>
          <a:ln>
            <a:noFill/>
          </a:ln>
        </p:spPr>
        <p:txBody>
          <a:bodyPr anchorCtr="0" anchor="t" bIns="0" lIns="0" spcFirstLastPara="1" rIns="0" wrap="square" tIns="0">
            <a:noAutofit/>
          </a:bodyPr>
          <a:lstStyle/>
          <a:p>
            <a:pPr indent="0" lvl="0" marL="0" marR="0" rtl="0" algn="l">
              <a:lnSpc>
                <a:spcPct val="130973"/>
              </a:lnSpc>
              <a:spcBef>
                <a:spcPts val="0"/>
              </a:spcBef>
              <a:spcAft>
                <a:spcPts val="0"/>
              </a:spcAft>
              <a:buClr>
                <a:schemeClr val="dk1"/>
              </a:buClr>
              <a:buSzPts val="2260"/>
              <a:buFont typeface="Calibri"/>
              <a:buNone/>
            </a:pPr>
            <a:r>
              <a:rPr b="1" lang="en-US" sz="2260">
                <a:solidFill>
                  <a:srgbClr val="FFFFFF"/>
                </a:solidFill>
                <a:latin typeface="Montserrat"/>
                <a:ea typeface="Montserrat"/>
                <a:cs typeface="Montserrat"/>
                <a:sym typeface="Montserrat"/>
              </a:rPr>
              <a:t>   </a:t>
            </a:r>
            <a:r>
              <a:rPr b="1" lang="en-US" sz="2260">
                <a:solidFill>
                  <a:schemeClr val="accent4"/>
                </a:solidFill>
                <a:latin typeface="Montserrat"/>
                <a:ea typeface="Montserrat"/>
                <a:cs typeface="Montserrat"/>
                <a:sym typeface="Montserrat"/>
              </a:rPr>
              <a:t>          </a:t>
            </a:r>
            <a:endParaRPr b="1" sz="2260">
              <a:solidFill>
                <a:schemeClr val="accent4"/>
              </a:solidFill>
              <a:latin typeface="Montserrat"/>
              <a:ea typeface="Montserrat"/>
              <a:cs typeface="Montserrat"/>
              <a:sym typeface="Montserrat"/>
            </a:endParaRPr>
          </a:p>
          <a:p>
            <a:pPr indent="0" lvl="0" marL="0" marR="0" rtl="0" algn="l">
              <a:lnSpc>
                <a:spcPct val="130973"/>
              </a:lnSpc>
              <a:spcBef>
                <a:spcPts val="0"/>
              </a:spcBef>
              <a:spcAft>
                <a:spcPts val="0"/>
              </a:spcAft>
              <a:buClr>
                <a:schemeClr val="dk1"/>
              </a:buClr>
              <a:buSzPts val="2260"/>
              <a:buFont typeface="Calibri"/>
              <a:buNone/>
            </a:pPr>
            <a:r>
              <a:rPr b="1" lang="en-US" sz="3000">
                <a:solidFill>
                  <a:schemeClr val="accent4"/>
                </a:solidFill>
                <a:latin typeface="Roboto"/>
                <a:ea typeface="Roboto"/>
                <a:cs typeface="Roboto"/>
                <a:sym typeface="Roboto"/>
              </a:rPr>
              <a:t>         CONTRÔLEUR</a:t>
            </a:r>
            <a:endParaRPr b="1" i="0" sz="3300" u="none" cap="none" strike="noStrike">
              <a:solidFill>
                <a:schemeClr val="accent4"/>
              </a:solidFill>
              <a:latin typeface="Montserrat"/>
              <a:ea typeface="Montserrat"/>
              <a:cs typeface="Montserrat"/>
              <a:sym typeface="Montserrat"/>
            </a:endParaRPr>
          </a:p>
        </p:txBody>
      </p:sp>
      <p:sp>
        <p:nvSpPr>
          <p:cNvPr id="116" name="Google Shape;116;p15"/>
          <p:cNvSpPr/>
          <p:nvPr/>
        </p:nvSpPr>
        <p:spPr>
          <a:xfrm>
            <a:off x="10210800" y="6365240"/>
            <a:ext cx="6526530" cy="12547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3600">
                <a:solidFill>
                  <a:srgbClr val="FFFFFF"/>
                </a:solidFill>
                <a:latin typeface="Roboto"/>
                <a:ea typeface="Roboto"/>
                <a:cs typeface="Roboto"/>
                <a:sym typeface="Roboto"/>
              </a:rPr>
              <a:t>📊</a:t>
            </a:r>
            <a:endParaRPr sz="3600">
              <a:solidFill>
                <a:srgbClr val="FFFFFF"/>
              </a:solidFill>
              <a:latin typeface="Roboto"/>
              <a:ea typeface="Roboto"/>
              <a:cs typeface="Roboto"/>
              <a:sym typeface="Roboto"/>
            </a:endParaRPr>
          </a:p>
          <a:p>
            <a:pPr indent="0" lvl="0" marL="0" rtl="0" algn="l">
              <a:spcBef>
                <a:spcPts val="0"/>
              </a:spcBef>
              <a:spcAft>
                <a:spcPts val="0"/>
              </a:spcAft>
              <a:buNone/>
            </a:pPr>
            <a:r>
              <a:rPr b="1" lang="en-US" sz="2200">
                <a:solidFill>
                  <a:srgbClr val="00D4FF"/>
                </a:solidFill>
                <a:latin typeface="Roboto"/>
                <a:ea typeface="Roboto"/>
                <a:cs typeface="Roboto"/>
                <a:sym typeface="Roboto"/>
              </a:rPr>
              <a:t>Registres : </a:t>
            </a:r>
            <a:endParaRPr b="1" sz="2200">
              <a:solidFill>
                <a:srgbClr val="00D4FF"/>
              </a:solidFill>
              <a:latin typeface="Roboto"/>
              <a:ea typeface="Roboto"/>
              <a:cs typeface="Roboto"/>
              <a:sym typeface="Roboto"/>
            </a:endParaRPr>
          </a:p>
          <a:p>
            <a:pPr indent="0" lvl="0" marL="0" rtl="0" algn="l">
              <a:spcBef>
                <a:spcPts val="0"/>
              </a:spcBef>
              <a:spcAft>
                <a:spcPts val="0"/>
              </a:spcAft>
              <a:buNone/>
            </a:pPr>
            <a:r>
              <a:rPr lang="en-US" sz="2200">
                <a:solidFill>
                  <a:srgbClr val="FFFFFF"/>
                </a:solidFill>
                <a:latin typeface="Roboto"/>
                <a:ea typeface="Roboto"/>
                <a:cs typeface="Roboto"/>
                <a:sym typeface="Roboto"/>
              </a:rPr>
              <a:t>État du processeur</a:t>
            </a:r>
            <a:endParaRPr sz="3600">
              <a:solidFill>
                <a:schemeClr val="lt1"/>
              </a:solidFill>
              <a:latin typeface="Roboto"/>
              <a:ea typeface="Roboto"/>
              <a:cs typeface="Roboto"/>
              <a:sym typeface="Roboto"/>
            </a:endParaRPr>
          </a:p>
        </p:txBody>
      </p:sp>
      <p:sp>
        <p:nvSpPr>
          <p:cNvPr id="117" name="Google Shape;117;p15"/>
          <p:cNvSpPr/>
          <p:nvPr/>
        </p:nvSpPr>
        <p:spPr>
          <a:xfrm>
            <a:off x="10332650" y="3952813"/>
            <a:ext cx="5334000" cy="1061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US" sz="3600">
                <a:solidFill>
                  <a:srgbClr val="FFFFFF"/>
                </a:solidFill>
                <a:latin typeface="Roboto"/>
                <a:ea typeface="Roboto"/>
                <a:cs typeface="Roboto"/>
                <a:sym typeface="Roboto"/>
              </a:rPr>
              <a:t>💾</a:t>
            </a:r>
            <a:endParaRPr sz="3600">
              <a:solidFill>
                <a:srgbClr val="FFFFFF"/>
              </a:solidFill>
              <a:latin typeface="Roboto"/>
              <a:ea typeface="Roboto"/>
              <a:cs typeface="Roboto"/>
              <a:sym typeface="Roboto"/>
            </a:endParaRPr>
          </a:p>
          <a:p>
            <a:pPr indent="0" lvl="0" marL="0" rtl="0" algn="l">
              <a:lnSpc>
                <a:spcPct val="115000"/>
              </a:lnSpc>
              <a:spcBef>
                <a:spcPts val="1100"/>
              </a:spcBef>
              <a:spcAft>
                <a:spcPts val="0"/>
              </a:spcAft>
              <a:buClr>
                <a:schemeClr val="dk1"/>
              </a:buClr>
              <a:buSzPts val="1100"/>
              <a:buFont typeface="Arial"/>
              <a:buNone/>
            </a:pPr>
            <a:r>
              <a:rPr b="1" lang="en-US" sz="2200">
                <a:solidFill>
                  <a:srgbClr val="00D4FF"/>
                </a:solidFill>
                <a:latin typeface="Roboto"/>
                <a:ea typeface="Roboto"/>
                <a:cs typeface="Roboto"/>
                <a:sym typeface="Roboto"/>
              </a:rPr>
              <a:t>Mémoire</a:t>
            </a:r>
            <a:endParaRPr b="1" sz="2200">
              <a:solidFill>
                <a:srgbClr val="00D4FF"/>
              </a:solidFill>
              <a:latin typeface="Roboto"/>
              <a:ea typeface="Roboto"/>
              <a:cs typeface="Roboto"/>
              <a:sym typeface="Roboto"/>
            </a:endParaRPr>
          </a:p>
          <a:p>
            <a:pPr indent="0" lvl="0" marL="0" marR="0" rtl="0" algn="l">
              <a:lnSpc>
                <a:spcPct val="130973"/>
              </a:lnSpc>
              <a:spcBef>
                <a:spcPts val="0"/>
              </a:spcBef>
              <a:spcAft>
                <a:spcPts val="0"/>
              </a:spcAft>
              <a:buClr>
                <a:srgbClr val="FFFFFF"/>
              </a:buClr>
              <a:buSzPts val="2260"/>
              <a:buFont typeface="Montserrat"/>
              <a:buNone/>
            </a:pPr>
            <a:r>
              <a:rPr lang="en-US" sz="2200">
                <a:solidFill>
                  <a:srgbClr val="FFFFFF"/>
                </a:solidFill>
                <a:latin typeface="Roboto"/>
                <a:ea typeface="Roboto"/>
                <a:cs typeface="Roboto"/>
                <a:sym typeface="Roboto"/>
              </a:rPr>
              <a:t>Gestion RAM et ROM</a:t>
            </a:r>
            <a:endParaRPr b="1" sz="3359">
              <a:solidFill>
                <a:srgbClr val="FFFFFF"/>
              </a:solidFill>
              <a:latin typeface="Montserrat"/>
              <a:ea typeface="Montserrat"/>
              <a:cs typeface="Montserrat"/>
              <a:sym typeface="Montserrat"/>
            </a:endParaRPr>
          </a:p>
        </p:txBody>
      </p:sp>
      <p:sp>
        <p:nvSpPr>
          <p:cNvPr id="118" name="Google Shape;118;p15"/>
          <p:cNvSpPr txBox="1"/>
          <p:nvPr/>
        </p:nvSpPr>
        <p:spPr>
          <a:xfrm>
            <a:off x="0" y="0"/>
            <a:ext cx="4896000" cy="400200"/>
          </a:xfrm>
          <a:prstGeom prst="rect">
            <a:avLst/>
          </a:prstGeom>
          <a:noFill/>
          <a:ln>
            <a:noFill/>
          </a:ln>
        </p:spPr>
        <p:txBody>
          <a:bodyPr anchorCtr="0" anchor="t" bIns="91425" lIns="91425" spcFirstLastPara="1" rIns="91425" wrap="square" tIns="91425">
            <a:spAutoFit/>
          </a:bodyPr>
          <a:lstStyle/>
          <a:p>
            <a:pPr indent="0" lvl="0" marL="0" rtl="0" algn="l">
              <a:lnSpc>
                <a:spcPct val="131023"/>
              </a:lnSpc>
              <a:spcBef>
                <a:spcPts val="0"/>
              </a:spcBef>
              <a:spcAft>
                <a:spcPts val="0"/>
              </a:spcAft>
              <a:buNone/>
            </a:pPr>
            <a:r>
              <a:t/>
            </a:r>
            <a:endParaRPr/>
          </a:p>
        </p:txBody>
      </p:sp>
      <p:sp>
        <p:nvSpPr>
          <p:cNvPr id="119" name="Google Shape;119;p15"/>
          <p:cNvSpPr txBox="1"/>
          <p:nvPr/>
        </p:nvSpPr>
        <p:spPr>
          <a:xfrm>
            <a:off x="3736500" y="123075"/>
            <a:ext cx="6796500" cy="800400"/>
          </a:xfrm>
          <a:prstGeom prst="rect">
            <a:avLst/>
          </a:prstGeom>
          <a:noFill/>
          <a:ln>
            <a:noFill/>
          </a:ln>
        </p:spPr>
        <p:txBody>
          <a:bodyPr anchorCtr="0" anchor="t" bIns="91425" lIns="91425" spcFirstLastPara="1" rIns="91425" wrap="square" tIns="91425">
            <a:spAutoFit/>
          </a:bodyPr>
          <a:lstStyle/>
          <a:p>
            <a:pPr indent="0" lvl="0" marL="0" rtl="0" algn="l">
              <a:lnSpc>
                <a:spcPct val="131023"/>
              </a:lnSpc>
              <a:spcBef>
                <a:spcPts val="0"/>
              </a:spcBef>
              <a:spcAft>
                <a:spcPts val="0"/>
              </a:spcAft>
              <a:buNone/>
            </a:pPr>
            <a:r>
              <a:rPr b="1" lang="en-US" sz="4000">
                <a:solidFill>
                  <a:schemeClr val="lt1"/>
                </a:solidFill>
                <a:latin typeface="Comic Sans MS"/>
                <a:ea typeface="Comic Sans MS"/>
                <a:cs typeface="Comic Sans MS"/>
                <a:sym typeface="Comic Sans MS"/>
              </a:rPr>
              <a:t>  </a:t>
            </a:r>
            <a:r>
              <a:rPr b="1" lang="en-US" sz="3900">
                <a:solidFill>
                  <a:schemeClr val="lt1"/>
                </a:solidFill>
                <a:latin typeface="Georgia"/>
                <a:ea typeface="Georgia"/>
                <a:cs typeface="Georgia"/>
                <a:sym typeface="Georgia"/>
              </a:rPr>
              <a:t>Architecture du Projet</a:t>
            </a:r>
            <a:r>
              <a:rPr lang="en-US" sz="3700">
                <a:solidFill>
                  <a:schemeClr val="lt1"/>
                </a:solidFill>
                <a:latin typeface="Georgia"/>
                <a:ea typeface="Georgia"/>
                <a:cs typeface="Georgia"/>
                <a:sym typeface="Georgia"/>
              </a:rPr>
              <a:t> </a:t>
            </a:r>
            <a:endParaRPr sz="3700">
              <a:solidFill>
                <a:schemeClr val="dk1"/>
              </a:solidFill>
              <a:latin typeface="Georgia"/>
              <a:ea typeface="Georgia"/>
              <a:cs typeface="Georgia"/>
              <a:sym typeface="Georgia"/>
            </a:endParaRPr>
          </a:p>
        </p:txBody>
      </p:sp>
      <p:sp>
        <p:nvSpPr>
          <p:cNvPr id="120" name="Google Shape;120;p15"/>
          <p:cNvSpPr/>
          <p:nvPr/>
        </p:nvSpPr>
        <p:spPr>
          <a:xfrm>
            <a:off x="10332638" y="1843700"/>
            <a:ext cx="4381500" cy="758400"/>
          </a:xfrm>
          <a:prstGeom prst="roundRect">
            <a:avLst>
              <a:gd fmla="val 16667" name="adj"/>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US" sz="3600">
                <a:solidFill>
                  <a:srgbClr val="FFFFFF"/>
                </a:solidFill>
                <a:latin typeface="Roboto"/>
                <a:ea typeface="Roboto"/>
                <a:cs typeface="Roboto"/>
                <a:sym typeface="Roboto"/>
              </a:rPr>
              <a:t>⚙️</a:t>
            </a:r>
            <a:endParaRPr sz="3600">
              <a:solidFill>
                <a:srgbClr val="FFFFFF"/>
              </a:solidFill>
              <a:latin typeface="Roboto"/>
              <a:ea typeface="Roboto"/>
              <a:cs typeface="Roboto"/>
              <a:sym typeface="Roboto"/>
            </a:endParaRPr>
          </a:p>
          <a:p>
            <a:pPr indent="0" lvl="0" marL="0" rtl="0" algn="l">
              <a:lnSpc>
                <a:spcPct val="115000"/>
              </a:lnSpc>
              <a:spcBef>
                <a:spcPts val="1100"/>
              </a:spcBef>
              <a:spcAft>
                <a:spcPts val="0"/>
              </a:spcAft>
              <a:buClr>
                <a:schemeClr val="dk1"/>
              </a:buClr>
              <a:buSzPts val="1100"/>
              <a:buFont typeface="Arial"/>
              <a:buNone/>
            </a:pPr>
            <a:r>
              <a:rPr b="1" lang="en-US" sz="2200">
                <a:solidFill>
                  <a:srgbClr val="00D4FF"/>
                </a:solidFill>
                <a:latin typeface="Roboto"/>
                <a:ea typeface="Roboto"/>
                <a:cs typeface="Roboto"/>
                <a:sym typeface="Roboto"/>
              </a:rPr>
              <a:t>CPU6809</a:t>
            </a:r>
            <a:endParaRPr b="1" sz="2200">
              <a:solidFill>
                <a:srgbClr val="00D4FF"/>
              </a:solidFill>
              <a:latin typeface="Roboto"/>
              <a:ea typeface="Roboto"/>
              <a:cs typeface="Roboto"/>
              <a:sym typeface="Roboto"/>
            </a:endParaRPr>
          </a:p>
          <a:p>
            <a:pPr indent="0" lvl="0" marL="0" marR="0" rtl="0" algn="l">
              <a:lnSpc>
                <a:spcPct val="131023"/>
              </a:lnSpc>
              <a:spcBef>
                <a:spcPts val="0"/>
              </a:spcBef>
              <a:spcAft>
                <a:spcPts val="0"/>
              </a:spcAft>
              <a:buClr>
                <a:srgbClr val="FFFFFF"/>
              </a:buClr>
              <a:buSzPts val="6869"/>
              <a:buFont typeface="Montserrat"/>
              <a:buNone/>
            </a:pPr>
            <a:r>
              <a:rPr lang="en-US" sz="2200">
                <a:solidFill>
                  <a:srgbClr val="FFFFFF"/>
                </a:solidFill>
                <a:latin typeface="Roboto"/>
                <a:ea typeface="Roboto"/>
                <a:cs typeface="Roboto"/>
                <a:sym typeface="Roboto"/>
              </a:rPr>
              <a:t>Cœur d'exécution des instructions</a:t>
            </a:r>
            <a:endParaRPr sz="4270">
              <a:solidFill>
                <a:srgbClr val="FFFFFF"/>
              </a:solidFill>
              <a:latin typeface="Georgia"/>
              <a:ea typeface="Georgia"/>
              <a:cs typeface="Georgia"/>
              <a:sym typeface="Georgia"/>
            </a:endParaRPr>
          </a:p>
        </p:txBody>
      </p:sp>
      <p:sp>
        <p:nvSpPr>
          <p:cNvPr id="121" name="Google Shape;121;p15"/>
          <p:cNvSpPr txBox="1"/>
          <p:nvPr/>
        </p:nvSpPr>
        <p:spPr>
          <a:xfrm>
            <a:off x="10000963" y="1007288"/>
            <a:ext cx="6946200" cy="672600"/>
          </a:xfrm>
          <a:prstGeom prst="rect">
            <a:avLst/>
          </a:prstGeom>
          <a:noFill/>
          <a:ln>
            <a:noFill/>
          </a:ln>
        </p:spPr>
        <p:txBody>
          <a:bodyPr anchorCtr="0" anchor="t" bIns="91425" lIns="91425" spcFirstLastPara="1" rIns="91425" wrap="square" tIns="91425">
            <a:spAutoFit/>
          </a:bodyPr>
          <a:lstStyle/>
          <a:p>
            <a:pPr indent="0" lvl="0" marL="0" rtl="0" algn="l">
              <a:lnSpc>
                <a:spcPct val="131023"/>
              </a:lnSpc>
              <a:spcBef>
                <a:spcPts val="0"/>
              </a:spcBef>
              <a:spcAft>
                <a:spcPts val="0"/>
              </a:spcAft>
              <a:buNone/>
            </a:pPr>
            <a:r>
              <a:rPr b="1" lang="en-US" sz="3170">
                <a:solidFill>
                  <a:srgbClr val="9D4EDD"/>
                </a:solidFill>
                <a:latin typeface="Georgia"/>
                <a:ea typeface="Georgia"/>
                <a:cs typeface="Georgia"/>
                <a:sym typeface="Georgia"/>
              </a:rPr>
              <a:t>Composants Principaux</a:t>
            </a:r>
            <a:endParaRPr b="1" sz="3170">
              <a:solidFill>
                <a:srgbClr val="9D4EDD"/>
              </a:solidFill>
              <a:latin typeface="Georgia"/>
              <a:ea typeface="Georgia"/>
              <a:cs typeface="Georgia"/>
              <a:sym typeface="Georgia"/>
            </a:endParaRPr>
          </a:p>
        </p:txBody>
      </p:sp>
      <p:sp>
        <p:nvSpPr>
          <p:cNvPr id="122" name="Google Shape;122;p15"/>
          <p:cNvSpPr/>
          <p:nvPr/>
        </p:nvSpPr>
        <p:spPr>
          <a:xfrm>
            <a:off x="0" y="6558300"/>
            <a:ext cx="5334000" cy="1061700"/>
          </a:xfrm>
          <a:prstGeom prst="rect">
            <a:avLst/>
          </a:prstGeom>
          <a:noFill/>
          <a:ln>
            <a:noFill/>
          </a:ln>
        </p:spPr>
        <p:txBody>
          <a:bodyPr anchorCtr="0" anchor="t" bIns="0" lIns="0" spcFirstLastPara="1" rIns="0" wrap="square" tIns="0">
            <a:noAutofit/>
          </a:bodyPr>
          <a:lstStyle/>
          <a:p>
            <a:pPr indent="0" lvl="0" marL="0" rtl="0" algn="l">
              <a:lnSpc>
                <a:spcPct val="130973"/>
              </a:lnSpc>
              <a:spcBef>
                <a:spcPts val="0"/>
              </a:spcBef>
              <a:spcAft>
                <a:spcPts val="0"/>
              </a:spcAft>
              <a:buClr>
                <a:schemeClr val="dk1"/>
              </a:buClr>
              <a:buSzPts val="1100"/>
              <a:buFont typeface="Arial"/>
              <a:buNone/>
            </a:pPr>
            <a:r>
              <a:rPr b="1" lang="en-US" sz="2260">
                <a:solidFill>
                  <a:srgbClr val="FFFFFF"/>
                </a:solidFill>
                <a:latin typeface="Montserrat"/>
                <a:ea typeface="Montserrat"/>
                <a:cs typeface="Montserrat"/>
                <a:sym typeface="Montserrat"/>
              </a:rPr>
              <a:t>                 </a:t>
            </a:r>
            <a:r>
              <a:rPr lang="en-US" sz="2600">
                <a:solidFill>
                  <a:srgbClr val="FFFFFF"/>
                </a:solidFill>
                <a:latin typeface="Montserrat"/>
                <a:ea typeface="Montserrat"/>
                <a:cs typeface="Montserrat"/>
                <a:sym typeface="Montserrat"/>
              </a:rPr>
              <a:t>  </a:t>
            </a:r>
            <a:r>
              <a:rPr b="1" lang="en-US" sz="2260">
                <a:solidFill>
                  <a:schemeClr val="accent4"/>
                </a:solidFill>
                <a:latin typeface="Montserrat"/>
                <a:ea typeface="Montserrat"/>
                <a:cs typeface="Montserrat"/>
                <a:sym typeface="Montserrat"/>
              </a:rPr>
              <a:t> </a:t>
            </a:r>
            <a:r>
              <a:rPr b="1" lang="en-US" sz="3060">
                <a:solidFill>
                  <a:schemeClr val="accent3"/>
                </a:solidFill>
                <a:latin typeface="Montserrat"/>
                <a:ea typeface="Montserrat"/>
                <a:cs typeface="Montserrat"/>
                <a:sym typeface="Montserrat"/>
              </a:rPr>
              <a:t>MODÈLE</a:t>
            </a:r>
            <a:endParaRPr sz="3400">
              <a:solidFill>
                <a:schemeClr val="accent3"/>
              </a:solidFill>
              <a:latin typeface="Montserrat"/>
              <a:ea typeface="Montserrat"/>
              <a:cs typeface="Montserrat"/>
              <a:sym typeface="Montserrat"/>
            </a:endParaRPr>
          </a:p>
          <a:p>
            <a:pPr indent="0" lvl="0" marL="0" rtl="0" algn="l">
              <a:lnSpc>
                <a:spcPct val="130973"/>
              </a:lnSpc>
              <a:spcBef>
                <a:spcPts val="0"/>
              </a:spcBef>
              <a:spcAft>
                <a:spcPts val="0"/>
              </a:spcAft>
              <a:buClr>
                <a:schemeClr val="dk1"/>
              </a:buClr>
              <a:buSzPts val="1100"/>
              <a:buFont typeface="Arial"/>
              <a:buNone/>
            </a:pPr>
            <a:r>
              <a:rPr lang="en-US" sz="2300">
                <a:solidFill>
                  <a:srgbClr val="FFFFFF"/>
                </a:solidFill>
                <a:latin typeface="Roboto"/>
                <a:ea typeface="Roboto"/>
                <a:cs typeface="Roboto"/>
                <a:sym typeface="Roboto"/>
              </a:rPr>
              <a:t>       CPU6809 • Mémoire • Registres</a:t>
            </a:r>
            <a:endParaRPr sz="2600">
              <a:solidFill>
                <a:srgbClr val="FFFFFF"/>
              </a:solidFill>
              <a:latin typeface="Montserrat"/>
              <a:ea typeface="Montserrat"/>
              <a:cs typeface="Montserrat"/>
              <a:sym typeface="Montserrat"/>
            </a:endParaRPr>
          </a:p>
          <a:p>
            <a:pPr indent="0" lvl="0" marL="0" marR="0" rtl="0" algn="l">
              <a:lnSpc>
                <a:spcPct val="130973"/>
              </a:lnSpc>
              <a:spcBef>
                <a:spcPts val="0"/>
              </a:spcBef>
              <a:spcAft>
                <a:spcPts val="0"/>
              </a:spcAft>
              <a:buClr>
                <a:srgbClr val="FFFFFF"/>
              </a:buClr>
              <a:buSzPts val="2260"/>
              <a:buFont typeface="Montserrat"/>
              <a:buNone/>
            </a:pPr>
            <a:r>
              <a:t/>
            </a:r>
            <a:endParaRPr b="1" sz="2260">
              <a:solidFill>
                <a:srgbClr val="FFFFFF"/>
              </a:solidFill>
              <a:latin typeface="Montserrat"/>
              <a:ea typeface="Montserrat"/>
              <a:cs typeface="Montserrat"/>
              <a:sym typeface="Montserrat"/>
            </a:endParaRPr>
          </a:p>
        </p:txBody>
      </p:sp>
      <p:sp>
        <p:nvSpPr>
          <p:cNvPr id="123" name="Google Shape;123;p15"/>
          <p:cNvSpPr txBox="1"/>
          <p:nvPr/>
        </p:nvSpPr>
        <p:spPr>
          <a:xfrm>
            <a:off x="1159500" y="5316288"/>
            <a:ext cx="2577000" cy="1242000"/>
          </a:xfrm>
          <a:prstGeom prst="rect">
            <a:avLst/>
          </a:prstGeom>
          <a:noFill/>
          <a:ln>
            <a:noFill/>
          </a:ln>
        </p:spPr>
        <p:txBody>
          <a:bodyPr anchorCtr="0" anchor="t" bIns="91425" lIns="91425" spcFirstLastPara="1" rIns="91425" wrap="square" tIns="91425">
            <a:spAutoFit/>
          </a:bodyPr>
          <a:lstStyle/>
          <a:p>
            <a:pPr indent="0" lvl="0" marL="0" rtl="0" algn="l">
              <a:lnSpc>
                <a:spcPct val="131004"/>
              </a:lnSpc>
              <a:spcBef>
                <a:spcPts val="0"/>
              </a:spcBef>
              <a:spcAft>
                <a:spcPts val="0"/>
              </a:spcAft>
              <a:buNone/>
            </a:pPr>
            <a:r>
              <a:rPr b="1" lang="en-US" sz="6869">
                <a:solidFill>
                  <a:schemeClr val="lt1"/>
                </a:solidFill>
                <a:latin typeface="Montserrat"/>
                <a:ea typeface="Montserrat"/>
                <a:cs typeface="Montserrat"/>
                <a:sym typeface="Montserrat"/>
              </a:rPr>
              <a:t>    </a:t>
            </a:r>
            <a:r>
              <a:rPr b="1" lang="en-US" sz="6869">
                <a:solidFill>
                  <a:schemeClr val="accent3"/>
                </a:solidFill>
                <a:latin typeface="Montserrat"/>
                <a:ea typeface="Montserrat"/>
                <a:cs typeface="Montserrat"/>
                <a:sym typeface="Montserrat"/>
              </a:rPr>
              <a:t>↓</a:t>
            </a:r>
            <a:endParaRPr>
              <a:solidFill>
                <a:schemeClr val="accent3"/>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6"/>
          <p:cNvSpPr/>
          <p:nvPr/>
        </p:nvSpPr>
        <p:spPr>
          <a:xfrm>
            <a:off x="-20434"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179" r="-179" t="0"/>
            </a:stretch>
          </a:blipFill>
          <a:ln>
            <a:noFill/>
          </a:ln>
        </p:spPr>
      </p:sp>
      <p:sp>
        <p:nvSpPr>
          <p:cNvPr id="129" name="Google Shape;129;p16"/>
          <p:cNvSpPr/>
          <p:nvPr/>
        </p:nvSpPr>
        <p:spPr>
          <a:xfrm>
            <a:off x="550440" y="494015"/>
            <a:ext cx="643255" cy="643255"/>
          </a:xfrm>
          <a:custGeom>
            <a:rect b="b" l="l" r="r" t="t"/>
            <a:pathLst>
              <a:path extrusionOk="0" h="643255" w="643255">
                <a:moveTo>
                  <a:pt x="0" y="0"/>
                </a:moveTo>
                <a:lnTo>
                  <a:pt x="643254" y="0"/>
                </a:lnTo>
                <a:lnTo>
                  <a:pt x="643254" y="643254"/>
                </a:lnTo>
                <a:lnTo>
                  <a:pt x="0" y="643254"/>
                </a:lnTo>
                <a:lnTo>
                  <a:pt x="0" y="0"/>
                </a:lnTo>
                <a:close/>
              </a:path>
            </a:pathLst>
          </a:custGeom>
          <a:blipFill rotWithShape="1">
            <a:blip r:embed="rId4">
              <a:alphaModFix/>
            </a:blip>
            <a:stretch>
              <a:fillRect b="0" l="0" r="0" t="0"/>
            </a:stretch>
          </a:blipFill>
          <a:ln>
            <a:noFill/>
          </a:ln>
        </p:spPr>
      </p:sp>
      <p:sp>
        <p:nvSpPr>
          <p:cNvPr id="130" name="Google Shape;130;p16"/>
          <p:cNvSpPr/>
          <p:nvPr/>
        </p:nvSpPr>
        <p:spPr>
          <a:xfrm>
            <a:off x="2078990" y="9611360"/>
            <a:ext cx="1058545" cy="274320"/>
          </a:xfrm>
          <a:prstGeom prst="rect">
            <a:avLst/>
          </a:prstGeom>
          <a:noFill/>
          <a:ln>
            <a:noFill/>
          </a:ln>
        </p:spPr>
        <p:txBody>
          <a:bodyPr anchorCtr="0" anchor="t" bIns="0" lIns="0" spcFirstLastPara="1" rIns="0" wrap="square" tIns="0">
            <a:noAutofit/>
          </a:bodyPr>
          <a:lstStyle/>
          <a:p>
            <a:pPr indent="0" lvl="0" marL="0" marR="0" rtl="0" algn="l">
              <a:lnSpc>
                <a:spcPct val="139873"/>
              </a:lnSpc>
              <a:spcBef>
                <a:spcPts val="0"/>
              </a:spcBef>
              <a:spcAft>
                <a:spcPts val="0"/>
              </a:spcAft>
              <a:buClr>
                <a:srgbClr val="FFFFFF"/>
              </a:buClr>
              <a:buSzPts val="1580"/>
              <a:buFont typeface="Montserrat"/>
              <a:buNone/>
            </a:pPr>
            <a:r>
              <a:rPr b="0" i="0" lang="en-US" sz="1580" u="none" cap="none" strike="noStrike">
                <a:solidFill>
                  <a:srgbClr val="FFFFFF"/>
                </a:solidFill>
                <a:latin typeface="Montserrat"/>
                <a:ea typeface="Montserrat"/>
                <a:cs typeface="Montserrat"/>
                <a:sym typeface="Montserrat"/>
              </a:rPr>
              <a:t>PAGE 0</a:t>
            </a:r>
            <a:r>
              <a:rPr lang="en-US" sz="1580">
                <a:solidFill>
                  <a:srgbClr val="FFFFFF"/>
                </a:solidFill>
                <a:latin typeface="Montserrat"/>
                <a:ea typeface="Montserrat"/>
                <a:cs typeface="Montserrat"/>
                <a:sym typeface="Montserrat"/>
              </a:rPr>
              <a:t>4</a:t>
            </a:r>
            <a:endParaRPr b="0" i="0" sz="1580" u="none" cap="none" strike="noStrike">
              <a:solidFill>
                <a:srgbClr val="FFFFFF"/>
              </a:solidFill>
              <a:latin typeface="Montserrat"/>
              <a:ea typeface="Montserrat"/>
              <a:cs typeface="Montserrat"/>
              <a:sym typeface="Montserrat"/>
            </a:endParaRPr>
          </a:p>
        </p:txBody>
      </p:sp>
      <p:sp>
        <p:nvSpPr>
          <p:cNvPr id="131" name="Google Shape;131;p16"/>
          <p:cNvSpPr/>
          <p:nvPr/>
        </p:nvSpPr>
        <p:spPr>
          <a:xfrm>
            <a:off x="4850250" y="622975"/>
            <a:ext cx="8587500" cy="1122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US" sz="3670">
                <a:solidFill>
                  <a:srgbClr val="FFFFFF"/>
                </a:solidFill>
                <a:latin typeface="Montserrat"/>
                <a:ea typeface="Montserrat"/>
                <a:cs typeface="Montserrat"/>
                <a:sym typeface="Montserrat"/>
              </a:rPr>
              <a:t>      </a:t>
            </a:r>
            <a:r>
              <a:rPr b="1" lang="en-US" sz="3670">
                <a:solidFill>
                  <a:srgbClr val="FFFFFF"/>
                </a:solidFill>
                <a:latin typeface="Montserrat"/>
                <a:ea typeface="Montserrat"/>
                <a:cs typeface="Montserrat"/>
                <a:sym typeface="Montserrat"/>
              </a:rPr>
              <a:t>Fonctionnalités Principales </a:t>
            </a:r>
            <a:endParaRPr b="1" sz="3670">
              <a:solidFill>
                <a:srgbClr val="FFFFFF"/>
              </a:solidFill>
              <a:latin typeface="Montserrat"/>
              <a:ea typeface="Montserrat"/>
              <a:cs typeface="Montserrat"/>
              <a:sym typeface="Montserrat"/>
            </a:endParaRPr>
          </a:p>
          <a:p>
            <a:pPr indent="0" lvl="0" marL="0" marR="0" rtl="0" algn="ctr">
              <a:lnSpc>
                <a:spcPct val="131023"/>
              </a:lnSpc>
              <a:spcBef>
                <a:spcPts val="2300"/>
              </a:spcBef>
              <a:spcAft>
                <a:spcPts val="0"/>
              </a:spcAft>
              <a:buClr>
                <a:srgbClr val="FFFFFF"/>
              </a:buClr>
              <a:buSzPts val="6869"/>
              <a:buFont typeface="Montserrat"/>
              <a:buNone/>
            </a:pPr>
            <a:r>
              <a:t/>
            </a:r>
            <a:endParaRPr b="1" sz="3670">
              <a:solidFill>
                <a:srgbClr val="FFFFFF"/>
              </a:solidFill>
              <a:latin typeface="Montserrat"/>
              <a:ea typeface="Montserrat"/>
              <a:cs typeface="Montserrat"/>
              <a:sym typeface="Montserrat"/>
            </a:endParaRPr>
          </a:p>
        </p:txBody>
      </p:sp>
      <p:sp>
        <p:nvSpPr>
          <p:cNvPr id="132" name="Google Shape;132;p16"/>
          <p:cNvSpPr/>
          <p:nvPr/>
        </p:nvSpPr>
        <p:spPr>
          <a:xfrm>
            <a:off x="1193700" y="1982546"/>
            <a:ext cx="7729200" cy="643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US" sz="3100">
                <a:solidFill>
                  <a:srgbClr val="9D4EDD"/>
                </a:solidFill>
              </a:rPr>
              <a:t>⚡ Émulation Complète du CP</a:t>
            </a:r>
            <a:r>
              <a:rPr b="1" lang="en-US" sz="3100">
                <a:solidFill>
                  <a:srgbClr val="9D4EDD"/>
                </a:solidFill>
              </a:rPr>
              <a:t>U</a:t>
            </a:r>
            <a:endParaRPr b="1" sz="3100">
              <a:solidFill>
                <a:srgbClr val="9D4EDD"/>
              </a:solidFill>
            </a:endParaRPr>
          </a:p>
          <a:p>
            <a:pPr indent="0" lvl="0" marL="0" marR="0" rtl="0" algn="ctr">
              <a:lnSpc>
                <a:spcPct val="131023"/>
              </a:lnSpc>
              <a:spcBef>
                <a:spcPts val="1100"/>
              </a:spcBef>
              <a:spcAft>
                <a:spcPts val="0"/>
              </a:spcAft>
              <a:buClr>
                <a:srgbClr val="FFFFFF"/>
              </a:buClr>
              <a:buSzPts val="6869"/>
              <a:buFont typeface="Montserrat"/>
              <a:buNone/>
            </a:pPr>
            <a:r>
              <a:t/>
            </a:r>
            <a:endParaRPr b="1" sz="6869">
              <a:solidFill>
                <a:srgbClr val="FFFFFF"/>
              </a:solidFill>
              <a:latin typeface="Montserrat"/>
              <a:ea typeface="Montserrat"/>
              <a:cs typeface="Montserrat"/>
              <a:sym typeface="Montserrat"/>
            </a:endParaRPr>
          </a:p>
        </p:txBody>
      </p:sp>
      <p:sp>
        <p:nvSpPr>
          <p:cNvPr id="133" name="Google Shape;133;p16"/>
          <p:cNvSpPr/>
          <p:nvPr/>
        </p:nvSpPr>
        <p:spPr>
          <a:xfrm>
            <a:off x="1438925" y="2862725"/>
            <a:ext cx="6266180" cy="5999321"/>
          </a:xfrm>
          <a:custGeom>
            <a:rect b="b" l="l" r="r" t="t"/>
            <a:pathLst>
              <a:path extrusionOk="0" h="4705350" w="6266180">
                <a:moveTo>
                  <a:pt x="0" y="0"/>
                </a:moveTo>
                <a:lnTo>
                  <a:pt x="6266181" y="0"/>
                </a:lnTo>
                <a:lnTo>
                  <a:pt x="6266181" y="4705350"/>
                </a:lnTo>
                <a:lnTo>
                  <a:pt x="0" y="4705350"/>
                </a:lnTo>
                <a:lnTo>
                  <a:pt x="0" y="0"/>
                </a:lnTo>
                <a:close/>
              </a:path>
            </a:pathLst>
          </a:custGeom>
          <a:blipFill rotWithShape="1">
            <a:blip r:embed="rId5">
              <a:alphaModFix/>
            </a:blip>
            <a:stretch>
              <a:fillRect b="0" l="0" r="0" t="0"/>
            </a:stretch>
          </a:blipFill>
          <a:ln>
            <a:noFill/>
          </a:ln>
        </p:spPr>
      </p:sp>
      <p:sp>
        <p:nvSpPr>
          <p:cNvPr id="134" name="Google Shape;134;p16"/>
          <p:cNvSpPr/>
          <p:nvPr/>
        </p:nvSpPr>
        <p:spPr>
          <a:xfrm>
            <a:off x="9468925" y="2708850"/>
            <a:ext cx="6610820" cy="5999321"/>
          </a:xfrm>
          <a:custGeom>
            <a:rect b="b" l="l" r="r" t="t"/>
            <a:pathLst>
              <a:path extrusionOk="0" h="4705350" w="6266180">
                <a:moveTo>
                  <a:pt x="0" y="0"/>
                </a:moveTo>
                <a:lnTo>
                  <a:pt x="6266181" y="0"/>
                </a:lnTo>
                <a:lnTo>
                  <a:pt x="6266181" y="4705350"/>
                </a:lnTo>
                <a:lnTo>
                  <a:pt x="0" y="4705350"/>
                </a:lnTo>
                <a:lnTo>
                  <a:pt x="0" y="0"/>
                </a:lnTo>
                <a:close/>
              </a:path>
            </a:pathLst>
          </a:custGeom>
          <a:blipFill rotWithShape="1">
            <a:blip r:embed="rId5">
              <a:alphaModFix/>
            </a:blip>
            <a:stretch>
              <a:fillRect b="0" l="0" r="0" t="0"/>
            </a:stretch>
          </a:blipFill>
          <a:ln>
            <a:noFill/>
          </a:ln>
        </p:spPr>
      </p:sp>
      <p:sp>
        <p:nvSpPr>
          <p:cNvPr id="135" name="Google Shape;135;p16"/>
          <p:cNvSpPr/>
          <p:nvPr/>
        </p:nvSpPr>
        <p:spPr>
          <a:xfrm>
            <a:off x="2396910" y="3345898"/>
            <a:ext cx="4518600" cy="36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US" sz="2400">
                <a:solidFill>
                  <a:schemeClr val="accent1"/>
                </a:solidFill>
              </a:rPr>
              <a:t>Jeu d'instructions</a:t>
            </a:r>
            <a:endParaRPr b="1" sz="2400">
              <a:solidFill>
                <a:schemeClr val="accent1"/>
              </a:solidFill>
            </a:endParaRPr>
          </a:p>
          <a:p>
            <a:pPr indent="0" lvl="0" marL="0" marR="0" rtl="0" algn="l">
              <a:lnSpc>
                <a:spcPct val="130973"/>
              </a:lnSpc>
              <a:spcBef>
                <a:spcPts val="1100"/>
              </a:spcBef>
              <a:spcAft>
                <a:spcPts val="0"/>
              </a:spcAft>
              <a:buClr>
                <a:srgbClr val="FFFFFF"/>
              </a:buClr>
              <a:buSzPts val="2260"/>
              <a:buFont typeface="Montserrat"/>
              <a:buNone/>
            </a:pPr>
            <a:r>
              <a:t/>
            </a:r>
            <a:endParaRPr b="1" sz="2260">
              <a:solidFill>
                <a:srgbClr val="FFFFFF"/>
              </a:solidFill>
              <a:latin typeface="Montserrat"/>
              <a:ea typeface="Montserrat"/>
              <a:cs typeface="Montserrat"/>
              <a:sym typeface="Montserrat"/>
            </a:endParaRPr>
          </a:p>
        </p:txBody>
      </p:sp>
      <p:sp>
        <p:nvSpPr>
          <p:cNvPr id="136" name="Google Shape;136;p16"/>
          <p:cNvSpPr/>
          <p:nvPr/>
        </p:nvSpPr>
        <p:spPr>
          <a:xfrm>
            <a:off x="10871130" y="3133935"/>
            <a:ext cx="4518600" cy="36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US" sz="2400">
                <a:solidFill>
                  <a:schemeClr val="accent1"/>
                </a:solidFill>
              </a:rPr>
              <a:t>Modes d'adressage</a:t>
            </a:r>
            <a:endParaRPr b="1" sz="2400">
              <a:solidFill>
                <a:schemeClr val="accent1"/>
              </a:solidFill>
            </a:endParaRPr>
          </a:p>
          <a:p>
            <a:pPr indent="0" lvl="0" marL="0" rtl="0" algn="l">
              <a:lnSpc>
                <a:spcPct val="115000"/>
              </a:lnSpc>
              <a:spcBef>
                <a:spcPts val="1100"/>
              </a:spcBef>
              <a:spcAft>
                <a:spcPts val="0"/>
              </a:spcAft>
              <a:buClr>
                <a:schemeClr val="dk1"/>
              </a:buClr>
              <a:buSzPts val="1100"/>
              <a:buFont typeface="Arial"/>
              <a:buNone/>
            </a:pPr>
            <a:r>
              <a:t/>
            </a:r>
            <a:endParaRPr sz="1100">
              <a:solidFill>
                <a:schemeClr val="dk1"/>
              </a:solidFill>
            </a:endParaRPr>
          </a:p>
          <a:p>
            <a:pPr indent="0" lvl="0" marL="0" marR="0" rtl="0" algn="l">
              <a:lnSpc>
                <a:spcPct val="130973"/>
              </a:lnSpc>
              <a:spcBef>
                <a:spcPts val="0"/>
              </a:spcBef>
              <a:spcAft>
                <a:spcPts val="0"/>
              </a:spcAft>
              <a:buClr>
                <a:srgbClr val="FFFFFF"/>
              </a:buClr>
              <a:buSzPts val="2260"/>
              <a:buFont typeface="Montserrat"/>
              <a:buNone/>
            </a:pPr>
            <a:r>
              <a:t/>
            </a:r>
            <a:endParaRPr b="1" sz="2260">
              <a:solidFill>
                <a:schemeClr val="accent1"/>
              </a:solidFill>
              <a:latin typeface="Montserrat"/>
              <a:ea typeface="Montserrat"/>
              <a:cs typeface="Montserrat"/>
              <a:sym typeface="Montserrat"/>
            </a:endParaRPr>
          </a:p>
        </p:txBody>
      </p:sp>
      <p:sp>
        <p:nvSpPr>
          <p:cNvPr id="137" name="Google Shape;137;p16"/>
          <p:cNvSpPr/>
          <p:nvPr/>
        </p:nvSpPr>
        <p:spPr>
          <a:xfrm>
            <a:off x="10383750" y="3711175"/>
            <a:ext cx="4518600" cy="2003700"/>
          </a:xfrm>
          <a:prstGeom prst="wedgeRectCallout">
            <a:avLst>
              <a:gd fmla="val -20833" name="adj1"/>
              <a:gd fmla="val 62500" name="adj2"/>
            </a:avLst>
          </a:prstGeom>
          <a:noFill/>
          <a:ln cap="flat" cmpd="sng" w="76200">
            <a:solidFill>
              <a:srgbClr val="9D4E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1750">
                <a:solidFill>
                  <a:srgbClr val="9D4EDD"/>
                </a:solidFill>
                <a:latin typeface="Fira Code"/>
                <a:ea typeface="Fira Code"/>
                <a:cs typeface="Fira Code"/>
                <a:sym typeface="Fira Code"/>
              </a:rPr>
              <a:t>#$FF</a:t>
            </a:r>
            <a:r>
              <a:rPr lang="en-US" sz="1750">
                <a:solidFill>
                  <a:srgbClr val="FFFFFF"/>
                </a:solidFill>
                <a:latin typeface="Fira Code"/>
                <a:ea typeface="Fira Code"/>
                <a:cs typeface="Fira Code"/>
                <a:sym typeface="Fira Code"/>
              </a:rPr>
              <a:t>   </a:t>
            </a:r>
            <a:r>
              <a:rPr lang="en-US" sz="1750">
                <a:solidFill>
                  <a:schemeClr val="lt1"/>
                </a:solidFill>
                <a:latin typeface="Fira Code"/>
                <a:ea typeface="Fira Code"/>
                <a:cs typeface="Fira Code"/>
                <a:sym typeface="Fira Code"/>
              </a:rPr>
              <a:t>→ Immédiat</a:t>
            </a:r>
            <a:endParaRPr sz="1750">
              <a:solidFill>
                <a:schemeClr val="lt1"/>
              </a:solidFill>
              <a:latin typeface="Fira Code"/>
              <a:ea typeface="Fira Code"/>
              <a:cs typeface="Fira Code"/>
              <a:sym typeface="Fira Code"/>
            </a:endParaRPr>
          </a:p>
          <a:p>
            <a:pPr indent="0" lvl="0" marL="0" rtl="0" algn="l">
              <a:lnSpc>
                <a:spcPct val="115000"/>
              </a:lnSpc>
              <a:spcBef>
                <a:spcPts val="0"/>
              </a:spcBef>
              <a:spcAft>
                <a:spcPts val="0"/>
              </a:spcAft>
              <a:buClr>
                <a:schemeClr val="dk1"/>
              </a:buClr>
              <a:buSzPts val="1100"/>
              <a:buFont typeface="Arial"/>
              <a:buNone/>
            </a:pPr>
            <a:r>
              <a:rPr lang="en-US" sz="1750">
                <a:solidFill>
                  <a:srgbClr val="9D4EDD"/>
                </a:solidFill>
                <a:latin typeface="Fira Code"/>
                <a:ea typeface="Fira Code"/>
                <a:cs typeface="Fira Code"/>
                <a:sym typeface="Fira Code"/>
              </a:rPr>
              <a:t>$20</a:t>
            </a:r>
            <a:r>
              <a:rPr lang="en-US" sz="1750">
                <a:solidFill>
                  <a:srgbClr val="FFFFFF"/>
                </a:solidFill>
                <a:latin typeface="Fira Code"/>
                <a:ea typeface="Fira Code"/>
                <a:cs typeface="Fira Code"/>
                <a:sym typeface="Fira Code"/>
              </a:rPr>
              <a:t>    </a:t>
            </a:r>
            <a:r>
              <a:rPr lang="en-US" sz="1750">
                <a:solidFill>
                  <a:schemeClr val="lt1"/>
                </a:solidFill>
                <a:latin typeface="Fira Code"/>
                <a:ea typeface="Fira Code"/>
                <a:cs typeface="Fira Code"/>
                <a:sym typeface="Fira Code"/>
              </a:rPr>
              <a:t>→ Direct</a:t>
            </a:r>
            <a:endParaRPr sz="1750">
              <a:solidFill>
                <a:schemeClr val="lt1"/>
              </a:solidFill>
              <a:latin typeface="Fira Code"/>
              <a:ea typeface="Fira Code"/>
              <a:cs typeface="Fira Code"/>
              <a:sym typeface="Fira Code"/>
            </a:endParaRPr>
          </a:p>
          <a:p>
            <a:pPr indent="0" lvl="0" marL="0" rtl="0" algn="l">
              <a:lnSpc>
                <a:spcPct val="115000"/>
              </a:lnSpc>
              <a:spcBef>
                <a:spcPts val="0"/>
              </a:spcBef>
              <a:spcAft>
                <a:spcPts val="0"/>
              </a:spcAft>
              <a:buClr>
                <a:schemeClr val="dk1"/>
              </a:buClr>
              <a:buSzPts val="1100"/>
              <a:buFont typeface="Arial"/>
              <a:buNone/>
            </a:pPr>
            <a:r>
              <a:rPr lang="en-US" sz="1750">
                <a:solidFill>
                  <a:srgbClr val="9D4EDD"/>
                </a:solidFill>
                <a:latin typeface="Fira Code"/>
                <a:ea typeface="Fira Code"/>
                <a:cs typeface="Fira Code"/>
                <a:sym typeface="Fira Code"/>
              </a:rPr>
              <a:t>$8000</a:t>
            </a:r>
            <a:r>
              <a:rPr lang="en-US" sz="1750">
                <a:solidFill>
                  <a:srgbClr val="FFFFFF"/>
                </a:solidFill>
                <a:latin typeface="Fira Code"/>
                <a:ea typeface="Fira Code"/>
                <a:cs typeface="Fira Code"/>
                <a:sym typeface="Fira Code"/>
              </a:rPr>
              <a:t>  </a:t>
            </a:r>
            <a:r>
              <a:rPr lang="en-US" sz="1750">
                <a:solidFill>
                  <a:schemeClr val="lt1"/>
                </a:solidFill>
                <a:latin typeface="Fira Code"/>
                <a:ea typeface="Fira Code"/>
                <a:cs typeface="Fira Code"/>
                <a:sym typeface="Fira Code"/>
              </a:rPr>
              <a:t>→ Étendu</a:t>
            </a:r>
            <a:endParaRPr sz="1750">
              <a:solidFill>
                <a:schemeClr val="lt1"/>
              </a:solidFill>
              <a:latin typeface="Fira Code"/>
              <a:ea typeface="Fira Code"/>
              <a:cs typeface="Fira Code"/>
              <a:sym typeface="Fira Code"/>
            </a:endParaRPr>
          </a:p>
          <a:p>
            <a:pPr indent="0" lvl="0" marL="0" rtl="0" algn="l">
              <a:lnSpc>
                <a:spcPct val="115000"/>
              </a:lnSpc>
              <a:spcBef>
                <a:spcPts val="0"/>
              </a:spcBef>
              <a:spcAft>
                <a:spcPts val="0"/>
              </a:spcAft>
              <a:buNone/>
            </a:pPr>
            <a:r>
              <a:rPr lang="en-US" sz="1750">
                <a:solidFill>
                  <a:srgbClr val="9D4EDD"/>
                </a:solidFill>
                <a:latin typeface="Fira Code"/>
                <a:ea typeface="Fira Code"/>
                <a:cs typeface="Fira Code"/>
                <a:sym typeface="Fira Code"/>
              </a:rPr>
              <a:t>,X</a:t>
            </a:r>
            <a:r>
              <a:rPr lang="en-US" sz="1750">
                <a:solidFill>
                  <a:srgbClr val="FFFFFF"/>
                </a:solidFill>
                <a:latin typeface="Fira Code"/>
                <a:ea typeface="Fira Code"/>
                <a:cs typeface="Fira Code"/>
                <a:sym typeface="Fira Code"/>
              </a:rPr>
              <a:t>     </a:t>
            </a:r>
            <a:r>
              <a:rPr lang="en-US" sz="1750">
                <a:solidFill>
                  <a:schemeClr val="lt1"/>
                </a:solidFill>
                <a:latin typeface="Fira Code"/>
                <a:ea typeface="Fira Code"/>
                <a:cs typeface="Fira Code"/>
                <a:sym typeface="Fira Code"/>
              </a:rPr>
              <a:t>→ Indexé</a:t>
            </a:r>
            <a:endParaRPr sz="1750">
              <a:solidFill>
                <a:schemeClr val="lt1"/>
              </a:solidFill>
              <a:latin typeface="Fira Code"/>
              <a:ea typeface="Fira Code"/>
              <a:cs typeface="Fira Code"/>
              <a:sym typeface="Fira Code"/>
            </a:endParaRPr>
          </a:p>
          <a:p>
            <a:pPr indent="0" lvl="0" marL="0" rtl="0" algn="l">
              <a:lnSpc>
                <a:spcPct val="115000"/>
              </a:lnSpc>
              <a:spcBef>
                <a:spcPts val="0"/>
              </a:spcBef>
              <a:spcAft>
                <a:spcPts val="0"/>
              </a:spcAft>
              <a:buNone/>
            </a:pPr>
            <a:r>
              <a:rPr lang="en-US" sz="1750">
                <a:solidFill>
                  <a:schemeClr val="lt1"/>
                </a:solidFill>
                <a:latin typeface="Fira Code"/>
                <a:ea typeface="Fira Code"/>
                <a:cs typeface="Fira Code"/>
                <a:sym typeface="Fira Code"/>
              </a:rPr>
              <a:t>       </a:t>
            </a:r>
            <a:r>
              <a:rPr lang="en-US" sz="1750">
                <a:solidFill>
                  <a:schemeClr val="lt1"/>
                </a:solidFill>
                <a:latin typeface="Fira Code"/>
                <a:ea typeface="Fira Code"/>
                <a:cs typeface="Fira Code"/>
                <a:sym typeface="Fira Code"/>
              </a:rPr>
              <a:t>→ Inherent</a:t>
            </a:r>
            <a:endParaRPr>
              <a:solidFill>
                <a:schemeClr val="lt1"/>
              </a:solidFill>
              <a:latin typeface="Calibri"/>
              <a:ea typeface="Calibri"/>
              <a:cs typeface="Calibri"/>
              <a:sym typeface="Calibri"/>
            </a:endParaRPr>
          </a:p>
        </p:txBody>
      </p:sp>
      <p:sp>
        <p:nvSpPr>
          <p:cNvPr id="138" name="Google Shape;138;p16"/>
          <p:cNvSpPr txBox="1"/>
          <p:nvPr/>
        </p:nvSpPr>
        <p:spPr>
          <a:xfrm>
            <a:off x="10383750" y="5955713"/>
            <a:ext cx="3000000" cy="1222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900"/>
              </a:spcBef>
              <a:spcAft>
                <a:spcPts val="0"/>
              </a:spcAft>
              <a:buNone/>
            </a:pPr>
            <a:r>
              <a:rPr b="1" lang="en-US" sz="2400">
                <a:solidFill>
                  <a:schemeClr val="accent1"/>
                </a:solidFill>
              </a:rPr>
              <a:t>Gestion des</a:t>
            </a:r>
            <a:r>
              <a:rPr b="1" lang="en-US" sz="1800">
                <a:solidFill>
                  <a:srgbClr val="9D4EDD"/>
                </a:solidFill>
              </a:rPr>
              <a:t> </a:t>
            </a:r>
            <a:r>
              <a:rPr b="1" lang="en-US" sz="2400">
                <a:solidFill>
                  <a:schemeClr val="accent1"/>
                </a:solidFill>
              </a:rPr>
              <a:t>Flags</a:t>
            </a:r>
            <a:endParaRPr b="1" sz="2400">
              <a:solidFill>
                <a:schemeClr val="accent1"/>
              </a:solidFill>
            </a:endParaRPr>
          </a:p>
          <a:p>
            <a:pPr indent="0" lvl="0" marL="0" rtl="0" algn="l">
              <a:lnSpc>
                <a:spcPct val="115000"/>
              </a:lnSpc>
              <a:spcBef>
                <a:spcPts val="1900"/>
              </a:spcBef>
              <a:spcAft>
                <a:spcPts val="1100"/>
              </a:spcAft>
              <a:buNone/>
            </a:pPr>
            <a:r>
              <a:t/>
            </a:r>
            <a:endParaRPr b="1" sz="2400">
              <a:solidFill>
                <a:schemeClr val="accent1"/>
              </a:solidFill>
            </a:endParaRPr>
          </a:p>
        </p:txBody>
      </p:sp>
      <p:sp>
        <p:nvSpPr>
          <p:cNvPr id="139" name="Google Shape;139;p16"/>
          <p:cNvSpPr/>
          <p:nvPr/>
        </p:nvSpPr>
        <p:spPr>
          <a:xfrm>
            <a:off x="10157425" y="6750650"/>
            <a:ext cx="713700" cy="554100"/>
          </a:xfrm>
          <a:prstGeom prst="ellipse">
            <a:avLst/>
          </a:prstGeom>
          <a:noFill/>
          <a:ln cap="flat" cmpd="sng" w="38100">
            <a:solidFill>
              <a:srgbClr val="9D4E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500">
                <a:solidFill>
                  <a:schemeClr val="lt1"/>
                </a:solidFill>
                <a:latin typeface="Calibri"/>
                <a:ea typeface="Calibri"/>
                <a:cs typeface="Calibri"/>
                <a:sym typeface="Calibri"/>
              </a:rPr>
              <a:t>N</a:t>
            </a:r>
            <a:endParaRPr b="1" sz="2500">
              <a:solidFill>
                <a:schemeClr val="lt1"/>
              </a:solidFill>
              <a:latin typeface="Calibri"/>
              <a:ea typeface="Calibri"/>
              <a:cs typeface="Calibri"/>
              <a:sym typeface="Calibri"/>
            </a:endParaRPr>
          </a:p>
        </p:txBody>
      </p:sp>
      <p:sp>
        <p:nvSpPr>
          <p:cNvPr id="140" name="Google Shape;140;p16"/>
          <p:cNvSpPr/>
          <p:nvPr/>
        </p:nvSpPr>
        <p:spPr>
          <a:xfrm>
            <a:off x="11267175" y="6750650"/>
            <a:ext cx="713700" cy="554100"/>
          </a:xfrm>
          <a:prstGeom prst="ellipse">
            <a:avLst/>
          </a:prstGeom>
          <a:noFill/>
          <a:ln cap="flat" cmpd="sng" w="38100">
            <a:solidFill>
              <a:srgbClr val="9D4E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500">
                <a:solidFill>
                  <a:schemeClr val="lt1"/>
                </a:solidFill>
                <a:latin typeface="Calibri"/>
                <a:ea typeface="Calibri"/>
                <a:cs typeface="Calibri"/>
                <a:sym typeface="Calibri"/>
              </a:rPr>
              <a:t>Z</a:t>
            </a:r>
            <a:endParaRPr b="1" sz="3200">
              <a:solidFill>
                <a:schemeClr val="lt1"/>
              </a:solidFill>
              <a:latin typeface="Calibri"/>
              <a:ea typeface="Calibri"/>
              <a:cs typeface="Calibri"/>
              <a:sym typeface="Calibri"/>
            </a:endParaRPr>
          </a:p>
        </p:txBody>
      </p:sp>
      <p:sp>
        <p:nvSpPr>
          <p:cNvPr id="141" name="Google Shape;141;p16"/>
          <p:cNvSpPr/>
          <p:nvPr/>
        </p:nvSpPr>
        <p:spPr>
          <a:xfrm>
            <a:off x="12376925" y="6750650"/>
            <a:ext cx="713700" cy="554100"/>
          </a:xfrm>
          <a:prstGeom prst="ellipse">
            <a:avLst/>
          </a:prstGeom>
          <a:noFill/>
          <a:ln cap="flat" cmpd="sng" w="38100">
            <a:solidFill>
              <a:srgbClr val="9D4E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500">
                <a:solidFill>
                  <a:schemeClr val="lt1"/>
                </a:solidFill>
                <a:latin typeface="Calibri"/>
                <a:ea typeface="Calibri"/>
                <a:cs typeface="Calibri"/>
                <a:sym typeface="Calibri"/>
              </a:rPr>
              <a:t>V</a:t>
            </a:r>
            <a:endParaRPr b="1" sz="2500">
              <a:solidFill>
                <a:schemeClr val="lt1"/>
              </a:solidFill>
              <a:latin typeface="Calibri"/>
              <a:ea typeface="Calibri"/>
              <a:cs typeface="Calibri"/>
              <a:sym typeface="Calibri"/>
            </a:endParaRPr>
          </a:p>
        </p:txBody>
      </p:sp>
      <p:sp>
        <p:nvSpPr>
          <p:cNvPr id="142" name="Google Shape;142;p16"/>
          <p:cNvSpPr/>
          <p:nvPr/>
        </p:nvSpPr>
        <p:spPr>
          <a:xfrm>
            <a:off x="13486675" y="6750650"/>
            <a:ext cx="713700" cy="554100"/>
          </a:xfrm>
          <a:prstGeom prst="ellipse">
            <a:avLst/>
          </a:prstGeom>
          <a:noFill/>
          <a:ln cap="flat" cmpd="sng" w="38100">
            <a:solidFill>
              <a:srgbClr val="9D4E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500">
                <a:solidFill>
                  <a:schemeClr val="lt1"/>
                </a:solidFill>
                <a:latin typeface="Calibri"/>
                <a:ea typeface="Calibri"/>
                <a:cs typeface="Calibri"/>
                <a:sym typeface="Calibri"/>
              </a:rPr>
              <a:t>C</a:t>
            </a:r>
            <a:endParaRPr b="1" sz="3200">
              <a:solidFill>
                <a:schemeClr val="lt1"/>
              </a:solidFill>
              <a:latin typeface="Calibri"/>
              <a:ea typeface="Calibri"/>
              <a:cs typeface="Calibri"/>
              <a:sym typeface="Calibri"/>
            </a:endParaRPr>
          </a:p>
        </p:txBody>
      </p:sp>
      <p:sp>
        <p:nvSpPr>
          <p:cNvPr id="143" name="Google Shape;143;p16"/>
          <p:cNvSpPr/>
          <p:nvPr/>
        </p:nvSpPr>
        <p:spPr>
          <a:xfrm>
            <a:off x="11267175" y="7491000"/>
            <a:ext cx="713700" cy="554100"/>
          </a:xfrm>
          <a:prstGeom prst="ellipse">
            <a:avLst/>
          </a:prstGeom>
          <a:noFill/>
          <a:ln cap="flat" cmpd="sng" w="38100">
            <a:solidFill>
              <a:srgbClr val="9D4E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500">
                <a:solidFill>
                  <a:schemeClr val="lt1"/>
                </a:solidFill>
                <a:latin typeface="Calibri"/>
                <a:ea typeface="Calibri"/>
                <a:cs typeface="Calibri"/>
                <a:sym typeface="Calibri"/>
              </a:rPr>
              <a:t>I</a:t>
            </a:r>
            <a:endParaRPr b="1" sz="2500">
              <a:solidFill>
                <a:schemeClr val="lt1"/>
              </a:solidFill>
              <a:latin typeface="Calibri"/>
              <a:ea typeface="Calibri"/>
              <a:cs typeface="Calibri"/>
              <a:sym typeface="Calibri"/>
            </a:endParaRPr>
          </a:p>
        </p:txBody>
      </p:sp>
      <p:sp>
        <p:nvSpPr>
          <p:cNvPr id="144" name="Google Shape;144;p16"/>
          <p:cNvSpPr/>
          <p:nvPr/>
        </p:nvSpPr>
        <p:spPr>
          <a:xfrm>
            <a:off x="14596425" y="6750650"/>
            <a:ext cx="713700" cy="554100"/>
          </a:xfrm>
          <a:prstGeom prst="ellipse">
            <a:avLst/>
          </a:prstGeom>
          <a:noFill/>
          <a:ln cap="flat" cmpd="sng" w="38100">
            <a:solidFill>
              <a:srgbClr val="9D4E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500">
                <a:solidFill>
                  <a:schemeClr val="lt1"/>
                </a:solidFill>
                <a:latin typeface="Calibri"/>
                <a:ea typeface="Calibri"/>
                <a:cs typeface="Calibri"/>
                <a:sym typeface="Calibri"/>
              </a:rPr>
              <a:t>H</a:t>
            </a:r>
            <a:endParaRPr b="1" sz="3200">
              <a:solidFill>
                <a:schemeClr val="lt1"/>
              </a:solidFill>
              <a:latin typeface="Calibri"/>
              <a:ea typeface="Calibri"/>
              <a:cs typeface="Calibri"/>
              <a:sym typeface="Calibri"/>
            </a:endParaRPr>
          </a:p>
        </p:txBody>
      </p:sp>
      <p:sp>
        <p:nvSpPr>
          <p:cNvPr id="145" name="Google Shape;145;p16"/>
          <p:cNvSpPr/>
          <p:nvPr/>
        </p:nvSpPr>
        <p:spPr>
          <a:xfrm>
            <a:off x="12417488" y="7491000"/>
            <a:ext cx="713700" cy="554100"/>
          </a:xfrm>
          <a:prstGeom prst="ellipse">
            <a:avLst/>
          </a:prstGeom>
          <a:noFill/>
          <a:ln cap="flat" cmpd="sng" w="38100">
            <a:solidFill>
              <a:srgbClr val="9D4E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500">
                <a:solidFill>
                  <a:schemeClr val="lt1"/>
                </a:solidFill>
                <a:latin typeface="Calibri"/>
                <a:ea typeface="Calibri"/>
                <a:cs typeface="Calibri"/>
                <a:sym typeface="Calibri"/>
              </a:rPr>
              <a:t>F</a:t>
            </a:r>
            <a:endParaRPr b="1" sz="3200">
              <a:solidFill>
                <a:schemeClr val="lt1"/>
              </a:solidFill>
              <a:latin typeface="Calibri"/>
              <a:ea typeface="Calibri"/>
              <a:cs typeface="Calibri"/>
              <a:sym typeface="Calibri"/>
            </a:endParaRPr>
          </a:p>
        </p:txBody>
      </p:sp>
      <p:sp>
        <p:nvSpPr>
          <p:cNvPr id="146" name="Google Shape;146;p16"/>
          <p:cNvSpPr/>
          <p:nvPr/>
        </p:nvSpPr>
        <p:spPr>
          <a:xfrm>
            <a:off x="2315025" y="3960404"/>
            <a:ext cx="1058400" cy="554100"/>
          </a:xfrm>
          <a:prstGeom prst="roundRect">
            <a:avLst>
              <a:gd fmla="val 16667" name="adj"/>
            </a:avLst>
          </a:prstGeom>
          <a:gradFill>
            <a:gsLst>
              <a:gs pos="0">
                <a:srgbClr val="D4E5F5"/>
              </a:gs>
              <a:gs pos="100000">
                <a:srgbClr val="70A4D5"/>
              </a:gs>
            </a:gsLst>
            <a:lin ang="5400012" scaled="0"/>
          </a:gradFill>
          <a:ln cap="flat" cmpd="sng" w="76200">
            <a:solidFill>
              <a:srgbClr val="9FC5E8"/>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30769"/>
              </a:lnSpc>
              <a:spcBef>
                <a:spcPts val="0"/>
              </a:spcBef>
              <a:spcAft>
                <a:spcPts val="0"/>
              </a:spcAft>
              <a:buClr>
                <a:schemeClr val="dk1"/>
              </a:buClr>
              <a:buSzPts val="1100"/>
              <a:buFont typeface="Arial"/>
              <a:buNone/>
            </a:pPr>
            <a:r>
              <a:rPr b="1" lang="en-US" sz="2200">
                <a:solidFill>
                  <a:schemeClr val="accent1"/>
                </a:solidFill>
                <a:latin typeface="Montserrat"/>
                <a:ea typeface="Montserrat"/>
                <a:cs typeface="Montserrat"/>
                <a:sym typeface="Montserrat"/>
              </a:rPr>
              <a:t>100+</a:t>
            </a:r>
            <a:endParaRPr b="1" sz="1700">
              <a:solidFill>
                <a:schemeClr val="accent1"/>
              </a:solidFill>
              <a:latin typeface="Calibri"/>
              <a:ea typeface="Calibri"/>
              <a:cs typeface="Calibri"/>
              <a:sym typeface="Calibri"/>
            </a:endParaRPr>
          </a:p>
        </p:txBody>
      </p:sp>
      <p:sp>
        <p:nvSpPr>
          <p:cNvPr id="147" name="Google Shape;147;p16"/>
          <p:cNvSpPr/>
          <p:nvPr/>
        </p:nvSpPr>
        <p:spPr>
          <a:xfrm>
            <a:off x="1845050" y="4760600"/>
            <a:ext cx="5622300" cy="2715900"/>
          </a:xfrm>
          <a:prstGeom prst="roundRect">
            <a:avLst>
              <a:gd fmla="val 16667" name="adj"/>
            </a:avLst>
          </a:prstGeom>
          <a:noFill/>
          <a:ln cap="flat" cmpd="sng" w="76200">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349250" lvl="0" marL="457200" rtl="0" algn="l">
              <a:lnSpc>
                <a:spcPct val="130769"/>
              </a:lnSpc>
              <a:spcBef>
                <a:spcPts val="0"/>
              </a:spcBef>
              <a:spcAft>
                <a:spcPts val="0"/>
              </a:spcAft>
              <a:buClr>
                <a:schemeClr val="lt1"/>
              </a:buClr>
              <a:buSzPts val="1900"/>
              <a:buFont typeface="Montserrat"/>
              <a:buChar char="●"/>
            </a:pPr>
            <a:r>
              <a:rPr b="1" lang="en-US" sz="1900" u="sng">
                <a:solidFill>
                  <a:schemeClr val="lt1"/>
                </a:solidFill>
                <a:latin typeface="Montserrat"/>
                <a:ea typeface="Montserrat"/>
                <a:cs typeface="Montserrat"/>
                <a:sym typeface="Montserrat"/>
              </a:rPr>
              <a:t> </a:t>
            </a:r>
            <a:r>
              <a:rPr b="1" lang="en-US" sz="1900" u="sng">
                <a:solidFill>
                  <a:schemeClr val="lt1"/>
                </a:solidFill>
                <a:latin typeface="Montserrat"/>
                <a:ea typeface="Montserrat"/>
                <a:cs typeface="Montserrat"/>
                <a:sym typeface="Montserrat"/>
              </a:rPr>
              <a:t>Arithmétiques:</a:t>
            </a:r>
            <a:r>
              <a:rPr lang="en-US" sz="1900">
                <a:solidFill>
                  <a:schemeClr val="lt1"/>
                </a:solidFill>
                <a:latin typeface="Montserrat"/>
                <a:ea typeface="Montserrat"/>
                <a:cs typeface="Montserrat"/>
                <a:sym typeface="Montserrat"/>
              </a:rPr>
              <a:t> ADD, SUB, MUL</a:t>
            </a:r>
            <a:endParaRPr sz="1900">
              <a:solidFill>
                <a:schemeClr val="lt1"/>
              </a:solidFill>
              <a:latin typeface="Montserrat"/>
              <a:ea typeface="Montserrat"/>
              <a:cs typeface="Montserrat"/>
              <a:sym typeface="Montserrat"/>
            </a:endParaRPr>
          </a:p>
          <a:p>
            <a:pPr indent="-349250" lvl="0" marL="457200" rtl="0" algn="l">
              <a:lnSpc>
                <a:spcPct val="130769"/>
              </a:lnSpc>
              <a:spcBef>
                <a:spcPts val="0"/>
              </a:spcBef>
              <a:spcAft>
                <a:spcPts val="0"/>
              </a:spcAft>
              <a:buClr>
                <a:schemeClr val="lt1"/>
              </a:buClr>
              <a:buSzPts val="1900"/>
              <a:buFont typeface="Montserrat"/>
              <a:buChar char="●"/>
            </a:pPr>
            <a:r>
              <a:rPr lang="en-US" sz="1900">
                <a:solidFill>
                  <a:schemeClr val="lt1"/>
                </a:solidFill>
                <a:latin typeface="Montserrat"/>
                <a:ea typeface="Montserrat"/>
                <a:cs typeface="Montserrat"/>
                <a:sym typeface="Montserrat"/>
              </a:rPr>
              <a:t> </a:t>
            </a:r>
            <a:r>
              <a:rPr b="1" lang="en-US" sz="1900" u="sng">
                <a:solidFill>
                  <a:schemeClr val="lt1"/>
                </a:solidFill>
                <a:latin typeface="Montserrat"/>
                <a:ea typeface="Montserrat"/>
                <a:cs typeface="Montserrat"/>
                <a:sym typeface="Montserrat"/>
              </a:rPr>
              <a:t>Logiques: </a:t>
            </a:r>
            <a:r>
              <a:rPr lang="en-US" sz="1900">
                <a:solidFill>
                  <a:schemeClr val="lt1"/>
                </a:solidFill>
                <a:latin typeface="Montserrat"/>
                <a:ea typeface="Montserrat"/>
                <a:cs typeface="Montserrat"/>
                <a:sym typeface="Montserrat"/>
              </a:rPr>
              <a:t>AND, OR, EOR</a:t>
            </a:r>
            <a:endParaRPr sz="1900">
              <a:solidFill>
                <a:schemeClr val="lt1"/>
              </a:solidFill>
              <a:latin typeface="Montserrat"/>
              <a:ea typeface="Montserrat"/>
              <a:cs typeface="Montserrat"/>
              <a:sym typeface="Montserrat"/>
            </a:endParaRPr>
          </a:p>
          <a:p>
            <a:pPr indent="-349250" lvl="0" marL="457200" rtl="0" algn="l">
              <a:lnSpc>
                <a:spcPct val="130769"/>
              </a:lnSpc>
              <a:spcBef>
                <a:spcPts val="0"/>
              </a:spcBef>
              <a:spcAft>
                <a:spcPts val="0"/>
              </a:spcAft>
              <a:buClr>
                <a:schemeClr val="lt1"/>
              </a:buClr>
              <a:buSzPts val="1900"/>
              <a:buFont typeface="Montserrat"/>
              <a:buChar char="●"/>
            </a:pPr>
            <a:r>
              <a:rPr lang="en-US" sz="1900">
                <a:solidFill>
                  <a:schemeClr val="lt1"/>
                </a:solidFill>
                <a:latin typeface="Montserrat"/>
                <a:ea typeface="Montserrat"/>
                <a:cs typeface="Montserrat"/>
                <a:sym typeface="Montserrat"/>
              </a:rPr>
              <a:t> </a:t>
            </a:r>
            <a:r>
              <a:rPr b="1" lang="en-US" sz="1900" u="sng">
                <a:solidFill>
                  <a:schemeClr val="lt1"/>
                </a:solidFill>
                <a:latin typeface="Montserrat"/>
                <a:ea typeface="Montserrat"/>
                <a:cs typeface="Montserrat"/>
                <a:sym typeface="Montserrat"/>
              </a:rPr>
              <a:t>Décalages:</a:t>
            </a:r>
            <a:r>
              <a:rPr lang="en-US" sz="1900">
                <a:solidFill>
                  <a:schemeClr val="lt1"/>
                </a:solidFill>
                <a:latin typeface="Montserrat"/>
                <a:ea typeface="Montserrat"/>
                <a:cs typeface="Montserrat"/>
                <a:sym typeface="Montserrat"/>
              </a:rPr>
              <a:t> ASL, ASR, ROL, ROR</a:t>
            </a:r>
            <a:endParaRPr sz="1900">
              <a:solidFill>
                <a:schemeClr val="lt1"/>
              </a:solidFill>
              <a:latin typeface="Montserrat"/>
              <a:ea typeface="Montserrat"/>
              <a:cs typeface="Montserrat"/>
              <a:sym typeface="Montserrat"/>
            </a:endParaRPr>
          </a:p>
          <a:p>
            <a:pPr indent="-349250" lvl="0" marL="457200" rtl="0" algn="l">
              <a:lnSpc>
                <a:spcPct val="130769"/>
              </a:lnSpc>
              <a:spcBef>
                <a:spcPts val="0"/>
              </a:spcBef>
              <a:spcAft>
                <a:spcPts val="0"/>
              </a:spcAft>
              <a:buClr>
                <a:schemeClr val="lt1"/>
              </a:buClr>
              <a:buSzPts val="1900"/>
              <a:buFont typeface="Montserrat"/>
              <a:buChar char="●"/>
            </a:pPr>
            <a:r>
              <a:rPr lang="en-US" sz="1900">
                <a:solidFill>
                  <a:schemeClr val="lt1"/>
                </a:solidFill>
                <a:latin typeface="Montserrat"/>
                <a:ea typeface="Montserrat"/>
                <a:cs typeface="Montserrat"/>
                <a:sym typeface="Montserrat"/>
              </a:rPr>
              <a:t> </a:t>
            </a:r>
            <a:r>
              <a:rPr b="1" lang="en-US" sz="1900" u="sng">
                <a:solidFill>
                  <a:schemeClr val="lt1"/>
                </a:solidFill>
                <a:latin typeface="Montserrat"/>
                <a:ea typeface="Montserrat"/>
                <a:cs typeface="Montserrat"/>
                <a:sym typeface="Montserrat"/>
              </a:rPr>
              <a:t>Transferts:</a:t>
            </a:r>
            <a:r>
              <a:rPr lang="en-US" sz="1900">
                <a:solidFill>
                  <a:schemeClr val="lt1"/>
                </a:solidFill>
                <a:latin typeface="Montserrat"/>
                <a:ea typeface="Montserrat"/>
                <a:cs typeface="Montserrat"/>
                <a:sym typeface="Montserrat"/>
              </a:rPr>
              <a:t> LD, ST, TFR</a:t>
            </a:r>
            <a:endParaRPr sz="1900">
              <a:solidFill>
                <a:schemeClr val="lt1"/>
              </a:solidFill>
              <a:latin typeface="Montserrat"/>
              <a:ea typeface="Montserrat"/>
              <a:cs typeface="Montserrat"/>
              <a:sym typeface="Montserrat"/>
            </a:endParaRPr>
          </a:p>
          <a:p>
            <a:pPr indent="-349250" lvl="0" marL="457200" rtl="0" algn="l">
              <a:lnSpc>
                <a:spcPct val="130769"/>
              </a:lnSpc>
              <a:spcBef>
                <a:spcPts val="0"/>
              </a:spcBef>
              <a:spcAft>
                <a:spcPts val="0"/>
              </a:spcAft>
              <a:buClr>
                <a:schemeClr val="lt1"/>
              </a:buClr>
              <a:buSzPts val="1900"/>
              <a:buFont typeface="Montserrat"/>
              <a:buChar char="●"/>
            </a:pPr>
            <a:r>
              <a:rPr b="1" lang="en-US" sz="1900" u="sng">
                <a:solidFill>
                  <a:schemeClr val="lt1"/>
                </a:solidFill>
                <a:latin typeface="Montserrat"/>
                <a:ea typeface="Montserrat"/>
                <a:cs typeface="Montserrat"/>
                <a:sym typeface="Montserrat"/>
              </a:rPr>
              <a:t>Branchements</a:t>
            </a:r>
            <a:endParaRPr b="1" sz="1900" u="sng">
              <a:solidFill>
                <a:schemeClr val="lt1"/>
              </a:solidFill>
              <a:latin typeface="Montserrat"/>
              <a:ea typeface="Montserrat"/>
              <a:cs typeface="Montserrat"/>
              <a:sym typeface="Montserrat"/>
            </a:endParaRPr>
          </a:p>
          <a:p>
            <a:pPr indent="-349250" lvl="0" marL="457200" rtl="0" algn="l">
              <a:lnSpc>
                <a:spcPct val="130769"/>
              </a:lnSpc>
              <a:spcBef>
                <a:spcPts val="0"/>
              </a:spcBef>
              <a:spcAft>
                <a:spcPts val="0"/>
              </a:spcAft>
              <a:buClr>
                <a:schemeClr val="lt1"/>
              </a:buClr>
              <a:buSzPts val="1900"/>
              <a:buFont typeface="Montserrat"/>
              <a:buChar char="●"/>
            </a:pPr>
            <a:r>
              <a:rPr b="1" lang="en-US" sz="1900" u="sng">
                <a:solidFill>
                  <a:schemeClr val="lt1"/>
                </a:solidFill>
                <a:latin typeface="Montserrat"/>
                <a:ea typeface="Montserrat"/>
                <a:cs typeface="Montserrat"/>
                <a:sym typeface="Montserrat"/>
              </a:rPr>
              <a:t>etc …</a:t>
            </a:r>
            <a:endParaRPr b="1" sz="1900" u="sng">
              <a:solidFill>
                <a:schemeClr val="lt1"/>
              </a:solidFill>
              <a:latin typeface="Montserrat"/>
              <a:ea typeface="Montserrat"/>
              <a:cs typeface="Montserrat"/>
              <a:sym typeface="Montserrat"/>
            </a:endParaRPr>
          </a:p>
          <a:p>
            <a:pPr indent="0" lvl="0" marL="0" rtl="0" algn="ctr">
              <a:spcBef>
                <a:spcPts val="0"/>
              </a:spcBef>
              <a:spcAft>
                <a:spcPts val="0"/>
              </a:spcAft>
              <a:buNone/>
            </a:pPr>
            <a:r>
              <a:t/>
            </a:r>
            <a:endParaRPr>
              <a:latin typeface="Calibri"/>
              <a:ea typeface="Calibri"/>
              <a:cs typeface="Calibri"/>
              <a:sym typeface="Calibri"/>
            </a:endParaRPr>
          </a:p>
        </p:txBody>
      </p:sp>
      <p:sp>
        <p:nvSpPr>
          <p:cNvPr id="148" name="Google Shape;148;p16"/>
          <p:cNvSpPr/>
          <p:nvPr/>
        </p:nvSpPr>
        <p:spPr>
          <a:xfrm>
            <a:off x="13678675" y="7491000"/>
            <a:ext cx="713700" cy="554100"/>
          </a:xfrm>
          <a:prstGeom prst="ellipse">
            <a:avLst/>
          </a:prstGeom>
          <a:noFill/>
          <a:ln cap="flat" cmpd="sng" w="38100">
            <a:solidFill>
              <a:srgbClr val="9D4E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500">
                <a:solidFill>
                  <a:schemeClr val="lt1"/>
                </a:solidFill>
                <a:latin typeface="Calibri"/>
                <a:ea typeface="Calibri"/>
                <a:cs typeface="Calibri"/>
                <a:sym typeface="Calibri"/>
              </a:rPr>
              <a:t>E</a:t>
            </a:r>
            <a:endParaRPr b="1" sz="2500">
              <a:solidFill>
                <a:schemeClr val="lt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179" r="-179" t="0"/>
            </a:stretch>
          </a:blipFill>
          <a:ln>
            <a:noFill/>
          </a:ln>
        </p:spPr>
      </p:sp>
      <p:sp>
        <p:nvSpPr>
          <p:cNvPr id="154" name="Google Shape;154;p17"/>
          <p:cNvSpPr/>
          <p:nvPr/>
        </p:nvSpPr>
        <p:spPr>
          <a:xfrm>
            <a:off x="2078990" y="697865"/>
            <a:ext cx="643255" cy="643255"/>
          </a:xfrm>
          <a:custGeom>
            <a:rect b="b" l="l" r="r" t="t"/>
            <a:pathLst>
              <a:path extrusionOk="0" h="643255" w="643255">
                <a:moveTo>
                  <a:pt x="0" y="0"/>
                </a:moveTo>
                <a:lnTo>
                  <a:pt x="643254" y="0"/>
                </a:lnTo>
                <a:lnTo>
                  <a:pt x="643254" y="643254"/>
                </a:lnTo>
                <a:lnTo>
                  <a:pt x="0" y="643254"/>
                </a:lnTo>
                <a:lnTo>
                  <a:pt x="0" y="0"/>
                </a:lnTo>
                <a:close/>
              </a:path>
            </a:pathLst>
          </a:custGeom>
          <a:blipFill rotWithShape="1">
            <a:blip r:embed="rId4">
              <a:alphaModFix/>
            </a:blip>
            <a:stretch>
              <a:fillRect b="0" l="0" r="0" t="0"/>
            </a:stretch>
          </a:blipFill>
          <a:ln>
            <a:noFill/>
          </a:ln>
        </p:spPr>
      </p:sp>
      <p:sp>
        <p:nvSpPr>
          <p:cNvPr id="155" name="Google Shape;155;p17"/>
          <p:cNvSpPr/>
          <p:nvPr/>
        </p:nvSpPr>
        <p:spPr>
          <a:xfrm>
            <a:off x="2078990" y="9611360"/>
            <a:ext cx="1058400" cy="274200"/>
          </a:xfrm>
          <a:prstGeom prst="rect">
            <a:avLst/>
          </a:prstGeom>
          <a:noFill/>
          <a:ln>
            <a:noFill/>
          </a:ln>
        </p:spPr>
        <p:txBody>
          <a:bodyPr anchorCtr="0" anchor="t" bIns="0" lIns="0" spcFirstLastPara="1" rIns="0" wrap="square" tIns="0">
            <a:noAutofit/>
          </a:bodyPr>
          <a:lstStyle/>
          <a:p>
            <a:pPr indent="0" lvl="0" marL="0" marR="0" rtl="0" algn="l">
              <a:lnSpc>
                <a:spcPct val="139873"/>
              </a:lnSpc>
              <a:spcBef>
                <a:spcPts val="0"/>
              </a:spcBef>
              <a:spcAft>
                <a:spcPts val="0"/>
              </a:spcAft>
              <a:buClr>
                <a:srgbClr val="FFFFFF"/>
              </a:buClr>
              <a:buSzPts val="1580"/>
              <a:buFont typeface="Montserrat"/>
              <a:buNone/>
            </a:pPr>
            <a:r>
              <a:rPr b="0" i="0" lang="en-US" sz="1580" u="none" cap="none" strike="noStrike">
                <a:solidFill>
                  <a:srgbClr val="FFFFFF"/>
                </a:solidFill>
                <a:latin typeface="Montserrat"/>
                <a:ea typeface="Montserrat"/>
                <a:cs typeface="Montserrat"/>
                <a:sym typeface="Montserrat"/>
              </a:rPr>
              <a:t>PAGE </a:t>
            </a:r>
            <a:r>
              <a:rPr lang="en-US" sz="1580">
                <a:solidFill>
                  <a:srgbClr val="FFFFFF"/>
                </a:solidFill>
                <a:latin typeface="Montserrat"/>
                <a:ea typeface="Montserrat"/>
                <a:cs typeface="Montserrat"/>
                <a:sym typeface="Montserrat"/>
              </a:rPr>
              <a:t>05</a:t>
            </a:r>
            <a:endParaRPr b="0" i="0" sz="1580" u="none" cap="none" strike="noStrike">
              <a:solidFill>
                <a:srgbClr val="FFFFFF"/>
              </a:solidFill>
              <a:latin typeface="Montserrat"/>
              <a:ea typeface="Montserrat"/>
              <a:cs typeface="Montserrat"/>
              <a:sym typeface="Montserrat"/>
            </a:endParaRPr>
          </a:p>
        </p:txBody>
      </p:sp>
      <p:sp>
        <p:nvSpPr>
          <p:cNvPr id="156" name="Google Shape;156;p17"/>
          <p:cNvSpPr txBox="1"/>
          <p:nvPr/>
        </p:nvSpPr>
        <p:spPr>
          <a:xfrm>
            <a:off x="3137400" y="900275"/>
            <a:ext cx="13032900" cy="74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2300"/>
              </a:spcAft>
              <a:buNone/>
            </a:pPr>
            <a:r>
              <a:rPr b="1" lang="en-US" sz="3670">
                <a:solidFill>
                  <a:schemeClr val="lt1"/>
                </a:solidFill>
                <a:latin typeface="Montserrat"/>
                <a:ea typeface="Montserrat"/>
                <a:cs typeface="Montserrat"/>
                <a:sym typeface="Montserrat"/>
              </a:rPr>
              <a:t>                  Fonctionnalités Principales 2</a:t>
            </a:r>
            <a:endParaRPr/>
          </a:p>
        </p:txBody>
      </p:sp>
      <p:sp>
        <p:nvSpPr>
          <p:cNvPr id="157" name="Google Shape;157;p17"/>
          <p:cNvSpPr txBox="1"/>
          <p:nvPr/>
        </p:nvSpPr>
        <p:spPr>
          <a:xfrm>
            <a:off x="1444725" y="1935800"/>
            <a:ext cx="6788400" cy="64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100"/>
              </a:spcAft>
              <a:buNone/>
            </a:pPr>
            <a:r>
              <a:rPr b="1" lang="en-US" sz="3000">
                <a:solidFill>
                  <a:srgbClr val="3C78D8"/>
                </a:solidFill>
              </a:rPr>
              <a:t>🔍 Débogage et Visualisation</a:t>
            </a:r>
            <a:endParaRPr b="1" sz="3000">
              <a:solidFill>
                <a:srgbClr val="3C78D8"/>
              </a:solidFill>
            </a:endParaRPr>
          </a:p>
        </p:txBody>
      </p:sp>
      <p:sp>
        <p:nvSpPr>
          <p:cNvPr id="158" name="Google Shape;158;p17"/>
          <p:cNvSpPr/>
          <p:nvPr/>
        </p:nvSpPr>
        <p:spPr>
          <a:xfrm>
            <a:off x="1061750" y="2837225"/>
            <a:ext cx="5169600" cy="5117400"/>
          </a:xfrm>
          <a:prstGeom prst="snip2DiagRect">
            <a:avLst>
              <a:gd fmla="val 0" name="adj1"/>
              <a:gd fmla="val 16667" name="adj2"/>
            </a:avLst>
          </a:prstGeom>
          <a:gradFill>
            <a:gsLst>
              <a:gs pos="0">
                <a:srgbClr val="008AFF">
                  <a:alpha val="60784"/>
                </a:srgbClr>
              </a:gs>
              <a:gs pos="100000">
                <a:srgbClr val="1714AF">
                  <a:alpha val="60784"/>
                </a:srgbClr>
              </a:gs>
            </a:gsLst>
            <a:lin ang="0"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4500">
                <a:solidFill>
                  <a:srgbClr val="FFFFFF"/>
                </a:solidFill>
                <a:latin typeface="Roboto"/>
                <a:ea typeface="Roboto"/>
                <a:cs typeface="Roboto"/>
                <a:sym typeface="Roboto"/>
              </a:rPr>
              <a:t>📊</a:t>
            </a:r>
            <a:endParaRPr sz="4500">
              <a:solidFill>
                <a:srgbClr val="FFFFFF"/>
              </a:solidFill>
              <a:latin typeface="Roboto"/>
              <a:ea typeface="Roboto"/>
              <a:cs typeface="Roboto"/>
              <a:sym typeface="Roboto"/>
            </a:endParaRPr>
          </a:p>
          <a:p>
            <a:pPr indent="0" lvl="0" marL="0" rtl="0" algn="l">
              <a:lnSpc>
                <a:spcPct val="115000"/>
              </a:lnSpc>
              <a:spcBef>
                <a:spcPts val="1100"/>
              </a:spcBef>
              <a:spcAft>
                <a:spcPts val="0"/>
              </a:spcAft>
              <a:buClr>
                <a:schemeClr val="dk1"/>
              </a:buClr>
              <a:buSzPts val="1100"/>
              <a:buFont typeface="Arial"/>
              <a:buNone/>
            </a:pPr>
            <a:r>
              <a:rPr b="1" lang="en-US" sz="2700">
                <a:solidFill>
                  <a:srgbClr val="6D9EEB"/>
                </a:solidFill>
              </a:rPr>
              <a:t>Fenêtre Registres</a:t>
            </a:r>
            <a:endParaRPr b="1" sz="2700">
              <a:solidFill>
                <a:srgbClr val="6D9EEB"/>
              </a:solidFill>
            </a:endParaRPr>
          </a:p>
          <a:p>
            <a:pPr indent="-228600" lvl="0" marL="457200" rtl="0" algn="l">
              <a:lnSpc>
                <a:spcPct val="160000"/>
              </a:lnSpc>
              <a:spcBef>
                <a:spcPts val="1100"/>
              </a:spcBef>
              <a:spcAft>
                <a:spcPts val="0"/>
              </a:spcAft>
              <a:buClr>
                <a:srgbClr val="FFFFFF"/>
              </a:buClr>
              <a:buSzPts val="2100"/>
              <a:buFont typeface="Roboto"/>
              <a:buNone/>
            </a:pPr>
            <a:r>
              <a:rPr lang="en-US" sz="2100">
                <a:solidFill>
                  <a:srgbClr val="FFFFFF"/>
                </a:solidFill>
                <a:latin typeface="Roboto"/>
                <a:ea typeface="Roboto"/>
                <a:cs typeface="Roboto"/>
                <a:sym typeface="Roboto"/>
              </a:rPr>
              <a:t>Temps réel</a:t>
            </a:r>
            <a:endParaRPr sz="2100">
              <a:solidFill>
                <a:srgbClr val="FFFFFF"/>
              </a:solidFill>
              <a:latin typeface="Roboto"/>
              <a:ea typeface="Roboto"/>
              <a:cs typeface="Roboto"/>
              <a:sym typeface="Roboto"/>
            </a:endParaRPr>
          </a:p>
          <a:p>
            <a:pPr indent="-228600" lvl="0" marL="457200" rtl="0" algn="l">
              <a:lnSpc>
                <a:spcPct val="160000"/>
              </a:lnSpc>
              <a:spcBef>
                <a:spcPts val="0"/>
              </a:spcBef>
              <a:spcAft>
                <a:spcPts val="0"/>
              </a:spcAft>
              <a:buClr>
                <a:srgbClr val="FFFFFF"/>
              </a:buClr>
              <a:buSzPts val="2100"/>
              <a:buFont typeface="Roboto"/>
              <a:buNone/>
            </a:pPr>
            <a:r>
              <a:rPr lang="en-US" sz="2100">
                <a:solidFill>
                  <a:srgbClr val="FFFFFF"/>
                </a:solidFill>
                <a:latin typeface="Roboto"/>
                <a:ea typeface="Roboto"/>
                <a:cs typeface="Roboto"/>
                <a:sym typeface="Roboto"/>
              </a:rPr>
              <a:t>Architecture UAL</a:t>
            </a:r>
            <a:endParaRPr sz="2100">
              <a:solidFill>
                <a:srgbClr val="FFFFFF"/>
              </a:solidFill>
              <a:latin typeface="Roboto"/>
              <a:ea typeface="Roboto"/>
              <a:cs typeface="Roboto"/>
              <a:sym typeface="Roboto"/>
            </a:endParaRPr>
          </a:p>
          <a:p>
            <a:pPr indent="-228600" lvl="0" marL="457200" rtl="0" algn="l">
              <a:lnSpc>
                <a:spcPct val="160000"/>
              </a:lnSpc>
              <a:spcBef>
                <a:spcPts val="0"/>
              </a:spcBef>
              <a:spcAft>
                <a:spcPts val="0"/>
              </a:spcAft>
              <a:buClr>
                <a:srgbClr val="FFFFFF"/>
              </a:buClr>
              <a:buSzPts val="2100"/>
              <a:buFont typeface="Roboto"/>
              <a:buNone/>
            </a:pPr>
            <a:r>
              <a:rPr lang="en-US" sz="2100">
                <a:solidFill>
                  <a:srgbClr val="FFFFFF"/>
                </a:solidFill>
                <a:latin typeface="Roboto"/>
                <a:ea typeface="Roboto"/>
                <a:cs typeface="Roboto"/>
                <a:sym typeface="Roboto"/>
              </a:rPr>
              <a:t>Flags CC</a:t>
            </a:r>
            <a:endParaRPr sz="2100">
              <a:solidFill>
                <a:srgbClr val="FFFFFF"/>
              </a:solidFill>
              <a:latin typeface="Roboto"/>
              <a:ea typeface="Roboto"/>
              <a:cs typeface="Roboto"/>
              <a:sym typeface="Roboto"/>
            </a:endParaRPr>
          </a:p>
          <a:p>
            <a:pPr indent="-228600" lvl="0" marL="457200" rtl="0" algn="l">
              <a:lnSpc>
                <a:spcPct val="160000"/>
              </a:lnSpc>
              <a:spcBef>
                <a:spcPts val="0"/>
              </a:spcBef>
              <a:spcAft>
                <a:spcPts val="0"/>
              </a:spcAft>
              <a:buClr>
                <a:srgbClr val="FFFFFF"/>
              </a:buClr>
              <a:buSzPts val="1700"/>
              <a:buFont typeface="Roboto"/>
              <a:buNone/>
            </a:pPr>
            <a:r>
              <a:rPr lang="en-US" sz="2100">
                <a:solidFill>
                  <a:srgbClr val="FFFFFF"/>
                </a:solidFill>
                <a:latin typeface="Roboto"/>
                <a:ea typeface="Roboto"/>
                <a:cs typeface="Roboto"/>
                <a:sym typeface="Roboto"/>
              </a:rPr>
              <a:t>Compteur cycle</a:t>
            </a:r>
            <a:r>
              <a:rPr lang="en-US" sz="2000">
                <a:solidFill>
                  <a:srgbClr val="FFFFFF"/>
                </a:solidFill>
                <a:latin typeface="Roboto"/>
                <a:ea typeface="Roboto"/>
                <a:cs typeface="Roboto"/>
                <a:sym typeface="Roboto"/>
              </a:rPr>
              <a:t>s</a:t>
            </a:r>
            <a:endParaRPr sz="2000">
              <a:solidFill>
                <a:srgbClr val="FFFFFF"/>
              </a:solidFill>
              <a:latin typeface="Roboto"/>
              <a:ea typeface="Roboto"/>
              <a:cs typeface="Roboto"/>
              <a:sym typeface="Roboto"/>
            </a:endParaRPr>
          </a:p>
          <a:p>
            <a:pPr indent="0" lvl="0" marL="0" rtl="0" algn="ctr">
              <a:spcBef>
                <a:spcPts val="0"/>
              </a:spcBef>
              <a:spcAft>
                <a:spcPts val="0"/>
              </a:spcAft>
              <a:buNone/>
            </a:pPr>
            <a:r>
              <a:t/>
            </a:r>
            <a:endParaRPr sz="1700">
              <a:latin typeface="Calibri"/>
              <a:ea typeface="Calibri"/>
              <a:cs typeface="Calibri"/>
              <a:sym typeface="Calibri"/>
            </a:endParaRPr>
          </a:p>
        </p:txBody>
      </p:sp>
      <p:sp>
        <p:nvSpPr>
          <p:cNvPr id="159" name="Google Shape;159;p17"/>
          <p:cNvSpPr/>
          <p:nvPr/>
        </p:nvSpPr>
        <p:spPr>
          <a:xfrm>
            <a:off x="6677700" y="2837225"/>
            <a:ext cx="5071800" cy="5221800"/>
          </a:xfrm>
          <a:prstGeom prst="snip2DiagRect">
            <a:avLst>
              <a:gd fmla="val 0" name="adj1"/>
              <a:gd fmla="val 16667" name="adj2"/>
            </a:avLst>
          </a:prstGeom>
          <a:gradFill>
            <a:gsLst>
              <a:gs pos="0">
                <a:srgbClr val="008AFF">
                  <a:alpha val="60784"/>
                </a:srgbClr>
              </a:gs>
              <a:gs pos="100000">
                <a:srgbClr val="1714AF">
                  <a:alpha val="60784"/>
                </a:srgbClr>
              </a:gs>
            </a:gsLst>
            <a:lin ang="0"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4500">
                <a:solidFill>
                  <a:srgbClr val="FFFFFF"/>
                </a:solidFill>
                <a:latin typeface="Roboto"/>
                <a:ea typeface="Roboto"/>
                <a:cs typeface="Roboto"/>
                <a:sym typeface="Roboto"/>
              </a:rPr>
              <a:t>💾</a:t>
            </a:r>
            <a:endParaRPr sz="4800">
              <a:solidFill>
                <a:srgbClr val="FFFFFF"/>
              </a:solidFill>
              <a:latin typeface="Roboto"/>
              <a:ea typeface="Roboto"/>
              <a:cs typeface="Roboto"/>
              <a:sym typeface="Roboto"/>
            </a:endParaRPr>
          </a:p>
          <a:p>
            <a:pPr indent="0" lvl="0" marL="0" rtl="0" algn="l">
              <a:lnSpc>
                <a:spcPct val="115000"/>
              </a:lnSpc>
              <a:spcBef>
                <a:spcPts val="1100"/>
              </a:spcBef>
              <a:spcAft>
                <a:spcPts val="0"/>
              </a:spcAft>
              <a:buNone/>
            </a:pPr>
            <a:r>
              <a:rPr b="1" lang="en-US" sz="2700">
                <a:solidFill>
                  <a:srgbClr val="6D9EEB"/>
                </a:solidFill>
              </a:rPr>
              <a:t>Inspection Mémoire</a:t>
            </a:r>
            <a:endParaRPr b="1" sz="2700">
              <a:solidFill>
                <a:srgbClr val="6D9EEB"/>
              </a:solidFill>
            </a:endParaRPr>
          </a:p>
          <a:p>
            <a:pPr indent="-228600" lvl="0" marL="457200" rtl="0" algn="l">
              <a:lnSpc>
                <a:spcPct val="160000"/>
              </a:lnSpc>
              <a:spcBef>
                <a:spcPts val="1100"/>
              </a:spcBef>
              <a:spcAft>
                <a:spcPts val="0"/>
              </a:spcAft>
              <a:buClr>
                <a:srgbClr val="FFFFFF"/>
              </a:buClr>
              <a:buSzPts val="2100"/>
              <a:buFont typeface="Roboto"/>
              <a:buNone/>
            </a:pPr>
            <a:r>
              <a:rPr lang="en-US" sz="2100">
                <a:solidFill>
                  <a:srgbClr val="FFFFFF"/>
                </a:solidFill>
                <a:latin typeface="Roboto"/>
                <a:ea typeface="Roboto"/>
                <a:cs typeface="Roboto"/>
                <a:sym typeface="Roboto"/>
              </a:rPr>
              <a:t>RAM éditable</a:t>
            </a:r>
            <a:endParaRPr sz="2100">
              <a:solidFill>
                <a:srgbClr val="FFFFFF"/>
              </a:solidFill>
              <a:latin typeface="Roboto"/>
              <a:ea typeface="Roboto"/>
              <a:cs typeface="Roboto"/>
              <a:sym typeface="Roboto"/>
            </a:endParaRPr>
          </a:p>
          <a:p>
            <a:pPr indent="-228600" lvl="0" marL="457200" rtl="0" algn="l">
              <a:lnSpc>
                <a:spcPct val="160000"/>
              </a:lnSpc>
              <a:spcBef>
                <a:spcPts val="0"/>
              </a:spcBef>
              <a:spcAft>
                <a:spcPts val="0"/>
              </a:spcAft>
              <a:buClr>
                <a:srgbClr val="FFFFFF"/>
              </a:buClr>
              <a:buSzPts val="2100"/>
              <a:buFont typeface="Roboto"/>
              <a:buNone/>
            </a:pPr>
            <a:r>
              <a:rPr lang="en-US" sz="2100">
                <a:solidFill>
                  <a:srgbClr val="FFFFFF"/>
                </a:solidFill>
                <a:latin typeface="Roboto"/>
                <a:ea typeface="Roboto"/>
                <a:cs typeface="Roboto"/>
                <a:sym typeface="Roboto"/>
              </a:rPr>
              <a:t>ROM lecture seule</a:t>
            </a:r>
            <a:endParaRPr sz="2100">
              <a:solidFill>
                <a:srgbClr val="FFFFFF"/>
              </a:solidFill>
              <a:latin typeface="Roboto"/>
              <a:ea typeface="Roboto"/>
              <a:cs typeface="Roboto"/>
              <a:sym typeface="Roboto"/>
            </a:endParaRPr>
          </a:p>
          <a:p>
            <a:pPr indent="-228600" lvl="0" marL="457200" rtl="0" algn="l">
              <a:lnSpc>
                <a:spcPct val="160000"/>
              </a:lnSpc>
              <a:spcBef>
                <a:spcPts val="0"/>
              </a:spcBef>
              <a:spcAft>
                <a:spcPts val="0"/>
              </a:spcAft>
              <a:buClr>
                <a:srgbClr val="FFFFFF"/>
              </a:buClr>
              <a:buSzPts val="2100"/>
              <a:buFont typeface="Roboto"/>
              <a:buNone/>
            </a:pPr>
            <a:r>
              <a:rPr lang="en-US" sz="2100">
                <a:solidFill>
                  <a:srgbClr val="FFFFFF"/>
                </a:solidFill>
                <a:latin typeface="Roboto"/>
                <a:ea typeface="Roboto"/>
                <a:cs typeface="Roboto"/>
                <a:sym typeface="Roboto"/>
              </a:rPr>
              <a:t>Pages de 256 octets</a:t>
            </a:r>
            <a:endParaRPr sz="2100">
              <a:solidFill>
                <a:srgbClr val="FFFFFF"/>
              </a:solidFill>
              <a:latin typeface="Roboto"/>
              <a:ea typeface="Roboto"/>
              <a:cs typeface="Roboto"/>
              <a:sym typeface="Roboto"/>
            </a:endParaRPr>
          </a:p>
          <a:p>
            <a:pPr indent="-228600" lvl="0" marL="457200" rtl="0" algn="l">
              <a:lnSpc>
                <a:spcPct val="160000"/>
              </a:lnSpc>
              <a:spcBef>
                <a:spcPts val="0"/>
              </a:spcBef>
              <a:spcAft>
                <a:spcPts val="0"/>
              </a:spcAft>
              <a:buClr>
                <a:srgbClr val="FFFFFF"/>
              </a:buClr>
              <a:buSzPts val="2100"/>
              <a:buFont typeface="Roboto"/>
              <a:buNone/>
            </a:pPr>
            <a:r>
              <a:rPr lang="en-US" sz="2100">
                <a:solidFill>
                  <a:srgbClr val="FFFFFF"/>
                </a:solidFill>
                <a:latin typeface="Roboto"/>
                <a:ea typeface="Roboto"/>
                <a:cs typeface="Roboto"/>
                <a:sym typeface="Roboto"/>
              </a:rPr>
              <a:t>Hex + ASCII</a:t>
            </a:r>
            <a:endParaRPr sz="2100">
              <a:solidFill>
                <a:srgbClr val="FFFFFF"/>
              </a:solidFill>
              <a:latin typeface="Roboto"/>
              <a:ea typeface="Roboto"/>
              <a:cs typeface="Roboto"/>
              <a:sym typeface="Roboto"/>
            </a:endParaRPr>
          </a:p>
        </p:txBody>
      </p:sp>
      <p:sp>
        <p:nvSpPr>
          <p:cNvPr id="160" name="Google Shape;160;p17"/>
          <p:cNvSpPr/>
          <p:nvPr/>
        </p:nvSpPr>
        <p:spPr>
          <a:xfrm>
            <a:off x="12195850" y="2837225"/>
            <a:ext cx="5169600" cy="5221800"/>
          </a:xfrm>
          <a:prstGeom prst="snip2DiagRect">
            <a:avLst>
              <a:gd fmla="val 0" name="adj1"/>
              <a:gd fmla="val 16667" name="adj2"/>
            </a:avLst>
          </a:prstGeom>
          <a:gradFill>
            <a:gsLst>
              <a:gs pos="0">
                <a:srgbClr val="008AFF">
                  <a:alpha val="60784"/>
                </a:srgbClr>
              </a:gs>
              <a:gs pos="100000">
                <a:srgbClr val="1714AF">
                  <a:alpha val="60784"/>
                </a:srgbClr>
              </a:gs>
            </a:gsLst>
            <a:lin ang="0"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4600">
                <a:solidFill>
                  <a:srgbClr val="FFFFFF"/>
                </a:solidFill>
                <a:latin typeface="Roboto"/>
                <a:ea typeface="Roboto"/>
                <a:cs typeface="Roboto"/>
                <a:sym typeface="Roboto"/>
              </a:rPr>
              <a:t>⚙️</a:t>
            </a:r>
            <a:endParaRPr sz="4600">
              <a:solidFill>
                <a:srgbClr val="FFFFFF"/>
              </a:solidFill>
              <a:latin typeface="Roboto"/>
              <a:ea typeface="Roboto"/>
              <a:cs typeface="Roboto"/>
              <a:sym typeface="Roboto"/>
            </a:endParaRPr>
          </a:p>
          <a:p>
            <a:pPr indent="0" lvl="0" marL="0" rtl="0" algn="l">
              <a:lnSpc>
                <a:spcPct val="115000"/>
              </a:lnSpc>
              <a:spcBef>
                <a:spcPts val="1100"/>
              </a:spcBef>
              <a:spcAft>
                <a:spcPts val="0"/>
              </a:spcAft>
              <a:buClr>
                <a:schemeClr val="dk1"/>
              </a:buClr>
              <a:buSzPts val="1100"/>
              <a:buFont typeface="Arial"/>
              <a:buNone/>
            </a:pPr>
            <a:r>
              <a:rPr b="1" lang="en-US" sz="2800">
                <a:solidFill>
                  <a:srgbClr val="6D9EEB"/>
                </a:solidFill>
              </a:rPr>
              <a:t>Exécution Contrôlée</a:t>
            </a:r>
            <a:endParaRPr b="1" sz="2800">
              <a:solidFill>
                <a:srgbClr val="6D9EEB"/>
              </a:solidFill>
            </a:endParaRPr>
          </a:p>
          <a:p>
            <a:pPr indent="-228600" lvl="0" marL="457200" rtl="0" algn="l">
              <a:lnSpc>
                <a:spcPct val="160000"/>
              </a:lnSpc>
              <a:spcBef>
                <a:spcPts val="1100"/>
              </a:spcBef>
              <a:spcAft>
                <a:spcPts val="0"/>
              </a:spcAft>
              <a:buClr>
                <a:srgbClr val="FFFFFF"/>
              </a:buClr>
              <a:buSzPts val="2200"/>
              <a:buFont typeface="Roboto"/>
              <a:buNone/>
            </a:pPr>
            <a:r>
              <a:rPr b="1" lang="en-US" sz="2200">
                <a:solidFill>
                  <a:srgbClr val="00D4FF"/>
                </a:solidFill>
                <a:latin typeface="Roboto"/>
                <a:ea typeface="Roboto"/>
                <a:cs typeface="Roboto"/>
                <a:sym typeface="Roboto"/>
              </a:rPr>
              <a:t>▶️ STEP</a:t>
            </a:r>
            <a:endParaRPr b="1" sz="2200">
              <a:solidFill>
                <a:srgbClr val="00D4FF"/>
              </a:solidFill>
              <a:latin typeface="Roboto"/>
              <a:ea typeface="Roboto"/>
              <a:cs typeface="Roboto"/>
              <a:sym typeface="Roboto"/>
            </a:endParaRPr>
          </a:p>
          <a:p>
            <a:pPr indent="-228600" lvl="0" marL="457200" rtl="0" algn="l">
              <a:lnSpc>
                <a:spcPct val="160000"/>
              </a:lnSpc>
              <a:spcBef>
                <a:spcPts val="0"/>
              </a:spcBef>
              <a:spcAft>
                <a:spcPts val="0"/>
              </a:spcAft>
              <a:buClr>
                <a:srgbClr val="FFFFFF"/>
              </a:buClr>
              <a:buSzPts val="2200"/>
              <a:buFont typeface="Roboto"/>
              <a:buNone/>
            </a:pPr>
            <a:r>
              <a:rPr b="1" lang="en-US" sz="2200">
                <a:solidFill>
                  <a:srgbClr val="9D4EDD"/>
                </a:solidFill>
                <a:latin typeface="Roboto"/>
                <a:ea typeface="Roboto"/>
                <a:cs typeface="Roboto"/>
                <a:sym typeface="Roboto"/>
              </a:rPr>
              <a:t>⏭️ RUN </a:t>
            </a:r>
            <a:endParaRPr b="1" sz="2200">
              <a:solidFill>
                <a:srgbClr val="9D4EDD"/>
              </a:solidFill>
              <a:latin typeface="Roboto"/>
              <a:ea typeface="Roboto"/>
              <a:cs typeface="Roboto"/>
              <a:sym typeface="Roboto"/>
            </a:endParaRPr>
          </a:p>
          <a:p>
            <a:pPr indent="-228600" lvl="0" marL="457200" rtl="0" algn="l">
              <a:lnSpc>
                <a:spcPct val="160000"/>
              </a:lnSpc>
              <a:spcBef>
                <a:spcPts val="0"/>
              </a:spcBef>
              <a:spcAft>
                <a:spcPts val="0"/>
              </a:spcAft>
              <a:buClr>
                <a:srgbClr val="FFFFFF"/>
              </a:buClr>
              <a:buSzPts val="2200"/>
              <a:buFont typeface="Roboto"/>
              <a:buNone/>
            </a:pPr>
            <a:r>
              <a:rPr b="1" lang="en-US" sz="2200">
                <a:solidFill>
                  <a:srgbClr val="FF5555"/>
                </a:solidFill>
                <a:latin typeface="Roboto"/>
                <a:ea typeface="Roboto"/>
                <a:cs typeface="Roboto"/>
                <a:sym typeface="Roboto"/>
              </a:rPr>
              <a:t>🔄 RESET</a:t>
            </a:r>
            <a:endParaRPr b="1" sz="2200">
              <a:solidFill>
                <a:srgbClr val="FF5555"/>
              </a:solidFill>
              <a:latin typeface="Roboto"/>
              <a:ea typeface="Roboto"/>
              <a:cs typeface="Roboto"/>
              <a:sym typeface="Roboto"/>
            </a:endParaRPr>
          </a:p>
        </p:txBody>
      </p:sp>
      <p:grpSp>
        <p:nvGrpSpPr>
          <p:cNvPr id="161" name="Google Shape;161;p17"/>
          <p:cNvGrpSpPr/>
          <p:nvPr/>
        </p:nvGrpSpPr>
        <p:grpSpPr>
          <a:xfrm>
            <a:off x="15909825" y="2123575"/>
            <a:ext cx="1612265" cy="1875155"/>
            <a:chOff x="9807575" y="2971800"/>
            <a:chExt cx="1612265" cy="1875155"/>
          </a:xfrm>
        </p:grpSpPr>
        <p:sp>
          <p:nvSpPr>
            <p:cNvPr id="162" name="Google Shape;162;p17"/>
            <p:cNvSpPr/>
            <p:nvPr/>
          </p:nvSpPr>
          <p:spPr>
            <a:xfrm>
              <a:off x="9807575" y="2971800"/>
              <a:ext cx="1612265" cy="1875155"/>
            </a:xfrm>
            <a:custGeom>
              <a:rect b="b" l="l" r="r" t="t"/>
              <a:pathLst>
                <a:path extrusionOk="0" h="1875155" w="1612265">
                  <a:moveTo>
                    <a:pt x="806132" y="0"/>
                  </a:moveTo>
                  <a:lnTo>
                    <a:pt x="1612265" y="468788"/>
                  </a:lnTo>
                  <a:lnTo>
                    <a:pt x="1612265" y="1406366"/>
                  </a:lnTo>
                  <a:lnTo>
                    <a:pt x="806132" y="1875155"/>
                  </a:lnTo>
                  <a:lnTo>
                    <a:pt x="0" y="1406366"/>
                  </a:lnTo>
                  <a:lnTo>
                    <a:pt x="0" y="468788"/>
                  </a:lnTo>
                  <a:lnTo>
                    <a:pt x="806132" y="0"/>
                  </a:lnTo>
                  <a:close/>
                </a:path>
              </a:pathLst>
            </a:custGeom>
            <a:gradFill>
              <a:gsLst>
                <a:gs pos="0">
                  <a:srgbClr val="008AFF">
                    <a:alpha val="60784"/>
                  </a:srgbClr>
                </a:gs>
                <a:gs pos="100000">
                  <a:srgbClr val="1714AF">
                    <a:alpha val="60784"/>
                  </a:srgbClr>
                </a:gs>
              </a:gsLst>
              <a:lin ang="0" scaled="0"/>
            </a:gradFill>
            <a:ln>
              <a:noFill/>
            </a:ln>
          </p:spPr>
        </p:sp>
        <p:sp>
          <p:nvSpPr>
            <p:cNvPr id="163" name="Google Shape;163;p17"/>
            <p:cNvSpPr/>
            <p:nvPr/>
          </p:nvSpPr>
          <p:spPr>
            <a:xfrm>
              <a:off x="9807575" y="3206115"/>
              <a:ext cx="1612200" cy="1318200"/>
            </a:xfrm>
            <a:prstGeom prst="rect">
              <a:avLst/>
            </a:prstGeom>
            <a:noFill/>
            <a:ln>
              <a:noFill/>
            </a:ln>
          </p:spPr>
          <p:txBody>
            <a:bodyPr anchorCtr="0" anchor="ctr" bIns="50800" lIns="50800" spcFirstLastPara="1" rIns="50800" wrap="square" tIns="50800">
              <a:noAutofit/>
            </a:bodyPr>
            <a:lstStyle/>
            <a:p>
              <a:pPr indent="0" lvl="0" marL="0" marR="0" rtl="0" algn="ctr">
                <a:lnSpc>
                  <a:spcPct val="122777"/>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grpSp>
        <p:nvGrpSpPr>
          <p:cNvPr id="164" name="Google Shape;164;p17"/>
          <p:cNvGrpSpPr/>
          <p:nvPr/>
        </p:nvGrpSpPr>
        <p:grpSpPr>
          <a:xfrm rot="2198443">
            <a:off x="709725" y="6848781"/>
            <a:ext cx="1612278" cy="1875170"/>
            <a:chOff x="9807575" y="2971800"/>
            <a:chExt cx="1612265" cy="1875155"/>
          </a:xfrm>
        </p:grpSpPr>
        <p:sp>
          <p:nvSpPr>
            <p:cNvPr id="165" name="Google Shape;165;p17"/>
            <p:cNvSpPr/>
            <p:nvPr/>
          </p:nvSpPr>
          <p:spPr>
            <a:xfrm>
              <a:off x="9807575" y="2971800"/>
              <a:ext cx="1612265" cy="1875155"/>
            </a:xfrm>
            <a:custGeom>
              <a:rect b="b" l="l" r="r" t="t"/>
              <a:pathLst>
                <a:path extrusionOk="0" h="1875155" w="1612265">
                  <a:moveTo>
                    <a:pt x="806132" y="0"/>
                  </a:moveTo>
                  <a:lnTo>
                    <a:pt x="1612265" y="468788"/>
                  </a:lnTo>
                  <a:lnTo>
                    <a:pt x="1612265" y="1406366"/>
                  </a:lnTo>
                  <a:lnTo>
                    <a:pt x="806132" y="1875155"/>
                  </a:lnTo>
                  <a:lnTo>
                    <a:pt x="0" y="1406366"/>
                  </a:lnTo>
                  <a:lnTo>
                    <a:pt x="0" y="468788"/>
                  </a:lnTo>
                  <a:lnTo>
                    <a:pt x="806132" y="0"/>
                  </a:lnTo>
                  <a:close/>
                </a:path>
              </a:pathLst>
            </a:custGeom>
            <a:gradFill>
              <a:gsLst>
                <a:gs pos="0">
                  <a:srgbClr val="008AFF">
                    <a:alpha val="60784"/>
                  </a:srgbClr>
                </a:gs>
                <a:gs pos="100000">
                  <a:srgbClr val="1714AF">
                    <a:alpha val="60784"/>
                  </a:srgbClr>
                </a:gs>
              </a:gsLst>
              <a:lin ang="0" scaled="0"/>
            </a:gradFill>
            <a:ln>
              <a:noFill/>
            </a:ln>
          </p:spPr>
        </p:sp>
        <p:sp>
          <p:nvSpPr>
            <p:cNvPr id="166" name="Google Shape;166;p17"/>
            <p:cNvSpPr/>
            <p:nvPr/>
          </p:nvSpPr>
          <p:spPr>
            <a:xfrm>
              <a:off x="9807575" y="3206115"/>
              <a:ext cx="1612200" cy="1318200"/>
            </a:xfrm>
            <a:prstGeom prst="rect">
              <a:avLst/>
            </a:prstGeom>
            <a:noFill/>
            <a:ln>
              <a:noFill/>
            </a:ln>
          </p:spPr>
          <p:txBody>
            <a:bodyPr anchorCtr="0" anchor="ctr" bIns="50800" lIns="50800" spcFirstLastPara="1" rIns="50800" wrap="square" tIns="50800">
              <a:noAutofit/>
            </a:bodyPr>
            <a:lstStyle/>
            <a:p>
              <a:pPr indent="0" lvl="0" marL="0" marR="0" rtl="0" algn="ctr">
                <a:lnSpc>
                  <a:spcPct val="122777"/>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58"/>
                                        </p:tgtEl>
                                        <p:attrNameLst>
                                          <p:attrName>style.visibility</p:attrName>
                                        </p:attrNameLst>
                                      </p:cBhvr>
                                      <p:to>
                                        <p:strVal val="visible"/>
                                      </p:to>
                                    </p:set>
                                    <p:anim calcmode="lin" valueType="num">
                                      <p:cBhvr additive="base">
                                        <p:cTn dur="1000"/>
                                        <p:tgtEl>
                                          <p:spTgt spid="158"/>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59"/>
                                        </p:tgtEl>
                                        <p:attrNameLst>
                                          <p:attrName>style.visibility</p:attrName>
                                        </p:attrNameLst>
                                      </p:cBhvr>
                                      <p:to>
                                        <p:strVal val="visible"/>
                                      </p:to>
                                    </p:set>
                                    <p:anim calcmode="lin" valueType="num">
                                      <p:cBhvr additive="base">
                                        <p:cTn dur="1000"/>
                                        <p:tgtEl>
                                          <p:spTgt spid="159"/>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60"/>
                                        </p:tgtEl>
                                        <p:attrNameLst>
                                          <p:attrName>style.visibility</p:attrName>
                                        </p:attrNameLst>
                                      </p:cBhvr>
                                      <p:to>
                                        <p:strVal val="visible"/>
                                      </p:to>
                                    </p:set>
                                    <p:anim calcmode="lin" valueType="num">
                                      <p:cBhvr additive="base">
                                        <p:cTn dur="1000"/>
                                        <p:tgtEl>
                                          <p:spTgt spid="160"/>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179" r="-179" t="0"/>
            </a:stretch>
          </a:blipFill>
          <a:ln>
            <a:noFill/>
          </a:ln>
        </p:spPr>
      </p:sp>
      <p:sp>
        <p:nvSpPr>
          <p:cNvPr id="172" name="Google Shape;172;p18"/>
          <p:cNvSpPr/>
          <p:nvPr/>
        </p:nvSpPr>
        <p:spPr>
          <a:xfrm>
            <a:off x="2078990" y="697865"/>
            <a:ext cx="643255" cy="643255"/>
          </a:xfrm>
          <a:custGeom>
            <a:rect b="b" l="l" r="r" t="t"/>
            <a:pathLst>
              <a:path extrusionOk="0" h="643255" w="643255">
                <a:moveTo>
                  <a:pt x="0" y="0"/>
                </a:moveTo>
                <a:lnTo>
                  <a:pt x="643254" y="0"/>
                </a:lnTo>
                <a:lnTo>
                  <a:pt x="643254" y="643254"/>
                </a:lnTo>
                <a:lnTo>
                  <a:pt x="0" y="643254"/>
                </a:lnTo>
                <a:lnTo>
                  <a:pt x="0" y="0"/>
                </a:lnTo>
                <a:close/>
              </a:path>
            </a:pathLst>
          </a:custGeom>
          <a:blipFill rotWithShape="1">
            <a:blip r:embed="rId4">
              <a:alphaModFix/>
            </a:blip>
            <a:stretch>
              <a:fillRect b="0" l="0" r="0" t="0"/>
            </a:stretch>
          </a:blipFill>
          <a:ln>
            <a:noFill/>
          </a:ln>
        </p:spPr>
      </p:sp>
      <p:sp>
        <p:nvSpPr>
          <p:cNvPr id="173" name="Google Shape;173;p18"/>
          <p:cNvSpPr/>
          <p:nvPr/>
        </p:nvSpPr>
        <p:spPr>
          <a:xfrm>
            <a:off x="2078990" y="9649460"/>
            <a:ext cx="1058400" cy="274200"/>
          </a:xfrm>
          <a:prstGeom prst="rect">
            <a:avLst/>
          </a:prstGeom>
          <a:noFill/>
          <a:ln>
            <a:noFill/>
          </a:ln>
        </p:spPr>
        <p:txBody>
          <a:bodyPr anchorCtr="0" anchor="t" bIns="0" lIns="0" spcFirstLastPara="1" rIns="0" wrap="square" tIns="0">
            <a:noAutofit/>
          </a:bodyPr>
          <a:lstStyle/>
          <a:p>
            <a:pPr indent="0" lvl="0" marL="0" marR="0" rtl="0" algn="l">
              <a:lnSpc>
                <a:spcPct val="139873"/>
              </a:lnSpc>
              <a:spcBef>
                <a:spcPts val="0"/>
              </a:spcBef>
              <a:spcAft>
                <a:spcPts val="0"/>
              </a:spcAft>
              <a:buClr>
                <a:srgbClr val="FFFFFF"/>
              </a:buClr>
              <a:buSzPts val="1580"/>
              <a:buFont typeface="Montserrat"/>
              <a:buNone/>
            </a:pPr>
            <a:r>
              <a:rPr b="0" i="0" lang="en-US" sz="1580" u="none" cap="none" strike="noStrike">
                <a:solidFill>
                  <a:srgbClr val="FFFFFF"/>
                </a:solidFill>
                <a:latin typeface="Montserrat"/>
                <a:ea typeface="Montserrat"/>
                <a:cs typeface="Montserrat"/>
                <a:sym typeface="Montserrat"/>
              </a:rPr>
              <a:t>PAGE 0</a:t>
            </a:r>
            <a:r>
              <a:rPr lang="en-US" sz="1580">
                <a:solidFill>
                  <a:srgbClr val="FFFFFF"/>
                </a:solidFill>
                <a:latin typeface="Montserrat"/>
                <a:ea typeface="Montserrat"/>
                <a:cs typeface="Montserrat"/>
                <a:sym typeface="Montserrat"/>
              </a:rPr>
              <a:t>6</a:t>
            </a:r>
            <a:endParaRPr b="0" i="0" sz="1580" u="none" cap="none" strike="noStrike">
              <a:solidFill>
                <a:srgbClr val="FFFFFF"/>
              </a:solidFill>
              <a:latin typeface="Montserrat"/>
              <a:ea typeface="Montserrat"/>
              <a:cs typeface="Montserrat"/>
              <a:sym typeface="Montserrat"/>
            </a:endParaRPr>
          </a:p>
        </p:txBody>
      </p:sp>
      <p:sp>
        <p:nvSpPr>
          <p:cNvPr id="174" name="Google Shape;174;p18"/>
          <p:cNvSpPr/>
          <p:nvPr/>
        </p:nvSpPr>
        <p:spPr>
          <a:xfrm>
            <a:off x="952500" y="2375725"/>
            <a:ext cx="15734252" cy="3302702"/>
          </a:xfrm>
          <a:custGeom>
            <a:rect b="b" l="l" r="r" t="t"/>
            <a:pathLst>
              <a:path extrusionOk="0" h="4418330" w="13277850">
                <a:moveTo>
                  <a:pt x="0" y="0"/>
                </a:moveTo>
                <a:lnTo>
                  <a:pt x="13277850" y="0"/>
                </a:lnTo>
                <a:lnTo>
                  <a:pt x="13277850" y="4418329"/>
                </a:lnTo>
                <a:lnTo>
                  <a:pt x="0" y="4418329"/>
                </a:lnTo>
                <a:lnTo>
                  <a:pt x="0" y="0"/>
                </a:lnTo>
                <a:close/>
              </a:path>
            </a:pathLst>
          </a:custGeom>
          <a:blipFill rotWithShape="1">
            <a:blip r:embed="rId5">
              <a:alphaModFix/>
            </a:blip>
            <a:stretch>
              <a:fillRect b="0" l="0" r="0" t="0"/>
            </a:stretch>
          </a:blipFill>
          <a:ln>
            <a:noFill/>
          </a:ln>
        </p:spPr>
      </p:sp>
      <p:sp>
        <p:nvSpPr>
          <p:cNvPr id="175" name="Google Shape;175;p18"/>
          <p:cNvSpPr txBox="1"/>
          <p:nvPr/>
        </p:nvSpPr>
        <p:spPr>
          <a:xfrm>
            <a:off x="5892450" y="650050"/>
            <a:ext cx="9114000" cy="754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2300"/>
              </a:spcAft>
              <a:buNone/>
            </a:pPr>
            <a:r>
              <a:rPr b="1" lang="en-US" sz="3700">
                <a:solidFill>
                  <a:schemeClr val="lt1"/>
                </a:solidFill>
              </a:rPr>
              <a:t>Implémentation Technique</a:t>
            </a:r>
            <a:endParaRPr b="1" sz="3700">
              <a:solidFill>
                <a:schemeClr val="lt1"/>
              </a:solidFill>
            </a:endParaRPr>
          </a:p>
        </p:txBody>
      </p:sp>
      <p:sp>
        <p:nvSpPr>
          <p:cNvPr id="176" name="Google Shape;176;p18"/>
          <p:cNvSpPr txBox="1"/>
          <p:nvPr/>
        </p:nvSpPr>
        <p:spPr>
          <a:xfrm>
            <a:off x="1549125" y="1514350"/>
            <a:ext cx="7606500" cy="60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100"/>
              </a:spcAft>
              <a:buNone/>
            </a:pPr>
            <a:r>
              <a:rPr b="1" lang="en-US" sz="2700">
                <a:solidFill>
                  <a:srgbClr val="9D4EDD"/>
                </a:solidFill>
              </a:rPr>
              <a:t>🔧 Décodage Universel des Instructions</a:t>
            </a:r>
            <a:endParaRPr b="1" sz="2700">
              <a:solidFill>
                <a:srgbClr val="9D4EDD"/>
              </a:solidFill>
            </a:endParaRPr>
          </a:p>
        </p:txBody>
      </p:sp>
      <p:sp>
        <p:nvSpPr>
          <p:cNvPr id="177" name="Google Shape;177;p18"/>
          <p:cNvSpPr txBox="1"/>
          <p:nvPr/>
        </p:nvSpPr>
        <p:spPr>
          <a:xfrm>
            <a:off x="2722250" y="3185325"/>
            <a:ext cx="9810000" cy="1623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2100">
                <a:solidFill>
                  <a:srgbClr val="FFFFFF"/>
                </a:solidFill>
                <a:latin typeface="Roboto"/>
                <a:ea typeface="Roboto"/>
                <a:cs typeface="Roboto"/>
                <a:sym typeface="Roboto"/>
              </a:rPr>
              <a:t>Système intelligent de décodage basé sur l'opcode :</a:t>
            </a:r>
            <a:endParaRPr sz="2100">
              <a:solidFill>
                <a:srgbClr val="FFFFFF"/>
              </a:solidFill>
              <a:latin typeface="Roboto"/>
              <a:ea typeface="Roboto"/>
              <a:cs typeface="Roboto"/>
              <a:sym typeface="Roboto"/>
            </a:endParaRPr>
          </a:p>
          <a:p>
            <a:pPr indent="0" lvl="0" marL="0" rtl="0" algn="l">
              <a:lnSpc>
                <a:spcPct val="115000"/>
              </a:lnSpc>
              <a:spcBef>
                <a:spcPts val="0"/>
              </a:spcBef>
              <a:spcAft>
                <a:spcPts val="0"/>
              </a:spcAft>
              <a:buNone/>
            </a:pPr>
            <a:r>
              <a:rPr b="1" lang="en-US" sz="2100">
                <a:solidFill>
                  <a:srgbClr val="39FF14"/>
                </a:solidFill>
                <a:latin typeface="Roboto"/>
                <a:ea typeface="Roboto"/>
                <a:cs typeface="Roboto"/>
                <a:sym typeface="Roboto"/>
              </a:rPr>
              <a:t>→</a:t>
            </a:r>
            <a:r>
              <a:rPr lang="en-US" sz="2100">
                <a:solidFill>
                  <a:srgbClr val="FFFFFF"/>
                </a:solidFill>
                <a:latin typeface="Roboto"/>
                <a:ea typeface="Roboto"/>
                <a:cs typeface="Roboto"/>
                <a:sym typeface="Roboto"/>
              </a:rPr>
              <a:t> Extraction automatique du mode d'adressage</a:t>
            </a:r>
            <a:endParaRPr sz="2100">
              <a:solidFill>
                <a:srgbClr val="FFFFFF"/>
              </a:solidFill>
              <a:latin typeface="Roboto"/>
              <a:ea typeface="Roboto"/>
              <a:cs typeface="Roboto"/>
              <a:sym typeface="Roboto"/>
            </a:endParaRPr>
          </a:p>
          <a:p>
            <a:pPr indent="0" lvl="0" marL="0" rtl="0" algn="l">
              <a:lnSpc>
                <a:spcPct val="115000"/>
              </a:lnSpc>
              <a:spcBef>
                <a:spcPts val="0"/>
              </a:spcBef>
              <a:spcAft>
                <a:spcPts val="0"/>
              </a:spcAft>
              <a:buNone/>
            </a:pPr>
            <a:r>
              <a:rPr b="1" lang="en-US" sz="2100">
                <a:solidFill>
                  <a:srgbClr val="39FF14"/>
                </a:solidFill>
                <a:latin typeface="Roboto"/>
                <a:ea typeface="Roboto"/>
                <a:cs typeface="Roboto"/>
                <a:sym typeface="Roboto"/>
              </a:rPr>
              <a:t>→</a:t>
            </a:r>
            <a:r>
              <a:rPr lang="en-US" sz="2100">
                <a:solidFill>
                  <a:srgbClr val="FFFFFF"/>
                </a:solidFill>
                <a:latin typeface="Roboto"/>
                <a:ea typeface="Roboto"/>
                <a:cs typeface="Roboto"/>
                <a:sym typeface="Roboto"/>
              </a:rPr>
              <a:t> Support des pages d'instructions ($10, $11)</a:t>
            </a:r>
            <a:endParaRPr sz="2100">
              <a:solidFill>
                <a:srgbClr val="FFFFFF"/>
              </a:solidFill>
              <a:latin typeface="Roboto"/>
              <a:ea typeface="Roboto"/>
              <a:cs typeface="Roboto"/>
              <a:sym typeface="Roboto"/>
            </a:endParaRPr>
          </a:p>
          <a:p>
            <a:pPr indent="0" lvl="0" marL="0" rtl="0" algn="l">
              <a:spcBef>
                <a:spcPts val="0"/>
              </a:spcBef>
              <a:spcAft>
                <a:spcPts val="0"/>
              </a:spcAft>
              <a:buNone/>
            </a:pPr>
            <a:r>
              <a:rPr b="1" lang="en-US" sz="2100">
                <a:solidFill>
                  <a:srgbClr val="39FF14"/>
                </a:solidFill>
                <a:latin typeface="Roboto"/>
                <a:ea typeface="Roboto"/>
                <a:cs typeface="Roboto"/>
                <a:sym typeface="Roboto"/>
              </a:rPr>
              <a:t>→</a:t>
            </a:r>
            <a:r>
              <a:rPr lang="en-US" sz="2100">
                <a:solidFill>
                  <a:srgbClr val="FFFFFF"/>
                </a:solidFill>
                <a:latin typeface="Roboto"/>
                <a:ea typeface="Roboto"/>
                <a:cs typeface="Roboto"/>
                <a:sym typeface="Roboto"/>
              </a:rPr>
              <a:t> Classe </a:t>
            </a:r>
            <a:r>
              <a:rPr lang="en-US" sz="2100">
                <a:solidFill>
                  <a:srgbClr val="00D4FF"/>
                </a:solidFill>
                <a:latin typeface="Roboto Mono"/>
                <a:ea typeface="Roboto Mono"/>
                <a:cs typeface="Roboto Mono"/>
                <a:sym typeface="Roboto Mono"/>
              </a:rPr>
              <a:t>AddressingResult</a:t>
            </a:r>
            <a:r>
              <a:rPr lang="en-US" sz="2100">
                <a:solidFill>
                  <a:srgbClr val="FFFFFF"/>
                </a:solidFill>
                <a:latin typeface="Roboto"/>
                <a:ea typeface="Roboto"/>
                <a:cs typeface="Roboto"/>
                <a:sym typeface="Roboto"/>
              </a:rPr>
              <a:t> encapsulant valeur, adresse, et cycles</a:t>
            </a:r>
            <a:endParaRPr sz="2000"/>
          </a:p>
        </p:txBody>
      </p:sp>
      <p:sp>
        <p:nvSpPr>
          <p:cNvPr id="178" name="Google Shape;178;p18"/>
          <p:cNvSpPr txBox="1"/>
          <p:nvPr/>
        </p:nvSpPr>
        <p:spPr>
          <a:xfrm>
            <a:off x="1827625" y="5939500"/>
            <a:ext cx="3000000" cy="60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100"/>
              </a:spcAft>
              <a:buNone/>
            </a:pPr>
            <a:r>
              <a:rPr b="1" lang="en-US" sz="2700">
                <a:solidFill>
                  <a:srgbClr val="9D4EDD"/>
                </a:solidFill>
              </a:rPr>
              <a:t>Gestion Mémoire</a:t>
            </a:r>
            <a:endParaRPr b="1" sz="2700">
              <a:solidFill>
                <a:srgbClr val="9D4EDD"/>
              </a:solidFill>
            </a:endParaRPr>
          </a:p>
        </p:txBody>
      </p:sp>
      <p:graphicFrame>
        <p:nvGraphicFramePr>
          <p:cNvPr id="179" name="Google Shape;179;p18"/>
          <p:cNvGraphicFramePr/>
          <p:nvPr/>
        </p:nvGraphicFramePr>
        <p:xfrm>
          <a:off x="830675" y="6726013"/>
          <a:ext cx="3000000" cy="3000000"/>
        </p:xfrm>
        <a:graphic>
          <a:graphicData uri="http://schemas.openxmlformats.org/drawingml/2006/table">
            <a:tbl>
              <a:tblPr>
                <a:noFill/>
                <a:tableStyleId>{F33E8B19-211B-48A8-BC73-4EC101901031}</a:tableStyleId>
              </a:tblPr>
              <a:tblGrid>
                <a:gridCol w="5461000"/>
                <a:gridCol w="5461000"/>
                <a:gridCol w="5461000"/>
              </a:tblGrid>
              <a:tr h="9275">
                <a:tc>
                  <a:txBody>
                    <a:bodyPr/>
                    <a:lstStyle/>
                    <a:p>
                      <a:pPr indent="0" lvl="0" marL="0" rtl="0" algn="l">
                        <a:spcBef>
                          <a:spcPts val="0"/>
                        </a:spcBef>
                        <a:spcAft>
                          <a:spcPts val="0"/>
                        </a:spcAft>
                        <a:buNone/>
                      </a:pPr>
                      <a:r>
                        <a:rPr b="1" lang="en-US" sz="2400">
                          <a:solidFill>
                            <a:schemeClr val="dk1"/>
                          </a:solidFill>
                          <a:latin typeface="Roboto"/>
                          <a:ea typeface="Roboto"/>
                          <a:cs typeface="Roboto"/>
                          <a:sym typeface="Roboto"/>
                        </a:rPr>
                        <a:t>PLAGE</a:t>
                      </a:r>
                      <a:endParaRPr sz="2400">
                        <a:solidFill>
                          <a:schemeClr val="dk1"/>
                        </a:solidFill>
                      </a:endParaRPr>
                    </a:p>
                  </a:txBody>
                  <a:tcPr marT="91425" marB="91425" marR="91425" marL="91425">
                    <a:gradFill>
                      <a:gsLst>
                        <a:gs pos="0">
                          <a:srgbClr val="FFFFFF"/>
                        </a:gs>
                        <a:gs pos="100000">
                          <a:srgbClr val="B3B3B3"/>
                        </a:gs>
                      </a:gsLst>
                      <a:path path="circle">
                        <a:fillToRect b="50%" l="50%" r="50%" t="50%"/>
                      </a:path>
                      <a:tileRect/>
                    </a:gradFill>
                  </a:tcPr>
                </a:tc>
                <a:tc>
                  <a:txBody>
                    <a:bodyPr/>
                    <a:lstStyle/>
                    <a:p>
                      <a:pPr indent="0" lvl="0" marL="0" rtl="0" algn="l">
                        <a:spcBef>
                          <a:spcPts val="0"/>
                        </a:spcBef>
                        <a:spcAft>
                          <a:spcPts val="0"/>
                        </a:spcAft>
                        <a:buNone/>
                      </a:pPr>
                      <a:r>
                        <a:rPr b="1" lang="en-US" sz="2400">
                          <a:solidFill>
                            <a:schemeClr val="dk1"/>
                          </a:solidFill>
                          <a:latin typeface="Roboto"/>
                          <a:ea typeface="Roboto"/>
                          <a:cs typeface="Roboto"/>
                          <a:sym typeface="Roboto"/>
                        </a:rPr>
                        <a:t>TYPE</a:t>
                      </a:r>
                      <a:endParaRPr sz="2400">
                        <a:solidFill>
                          <a:schemeClr val="dk1"/>
                        </a:solidFill>
                      </a:endParaRPr>
                    </a:p>
                  </a:txBody>
                  <a:tcPr marT="91425" marB="91425" marR="91425" marL="91425">
                    <a:gradFill>
                      <a:gsLst>
                        <a:gs pos="0">
                          <a:srgbClr val="FFFFFF"/>
                        </a:gs>
                        <a:gs pos="100000">
                          <a:srgbClr val="B3B3B3"/>
                        </a:gs>
                      </a:gsLst>
                      <a:path path="circle">
                        <a:fillToRect b="50%" l="50%" r="50%" t="50%"/>
                      </a:path>
                      <a:tileRect/>
                    </a:gradFill>
                  </a:tcPr>
                </a:tc>
                <a:tc>
                  <a:txBody>
                    <a:bodyPr/>
                    <a:lstStyle/>
                    <a:p>
                      <a:pPr indent="0" lvl="0" marL="0" rtl="0" algn="l">
                        <a:spcBef>
                          <a:spcPts val="0"/>
                        </a:spcBef>
                        <a:spcAft>
                          <a:spcPts val="0"/>
                        </a:spcAft>
                        <a:buNone/>
                      </a:pPr>
                      <a:r>
                        <a:rPr b="1" lang="en-US" sz="2400">
                          <a:solidFill>
                            <a:schemeClr val="dk1"/>
                          </a:solidFill>
                          <a:latin typeface="Roboto"/>
                          <a:ea typeface="Roboto"/>
                          <a:cs typeface="Roboto"/>
                          <a:sym typeface="Roboto"/>
                        </a:rPr>
                        <a:t>UTILISATION</a:t>
                      </a:r>
                      <a:endParaRPr sz="2400">
                        <a:solidFill>
                          <a:schemeClr val="dk1"/>
                        </a:solidFill>
                      </a:endParaRPr>
                    </a:p>
                  </a:txBody>
                  <a:tcPr marT="91425" marB="91425" marR="91425" marL="91425">
                    <a:gradFill>
                      <a:gsLst>
                        <a:gs pos="0">
                          <a:srgbClr val="FFFFFF"/>
                        </a:gs>
                        <a:gs pos="100000">
                          <a:srgbClr val="B3B3B3"/>
                        </a:gs>
                      </a:gsLst>
                      <a:path path="circle">
                        <a:fillToRect b="50%" l="50%" r="50%" t="50%"/>
                      </a:path>
                      <a:tileRect/>
                    </a:gradFill>
                  </a:tcPr>
                </a:tc>
              </a:tr>
              <a:tr h="8450">
                <a:tc>
                  <a:txBody>
                    <a:bodyPr/>
                    <a:lstStyle/>
                    <a:p>
                      <a:pPr indent="0" lvl="0" marL="0" rtl="0" algn="l">
                        <a:spcBef>
                          <a:spcPts val="0"/>
                        </a:spcBef>
                        <a:spcAft>
                          <a:spcPts val="0"/>
                        </a:spcAft>
                        <a:buNone/>
                      </a:pPr>
                      <a:r>
                        <a:rPr b="1" lang="en-US" sz="1800">
                          <a:solidFill>
                            <a:srgbClr val="FFFFFF"/>
                          </a:solidFill>
                          <a:latin typeface="Courier New"/>
                          <a:ea typeface="Courier New"/>
                          <a:cs typeface="Courier New"/>
                          <a:sym typeface="Courier New"/>
                        </a:rPr>
                        <a:t>0x0000 - 0x7FFF</a:t>
                      </a:r>
                      <a:endParaRPr b="1" sz="1800">
                        <a:solidFill>
                          <a:srgbClr val="FFFFFF"/>
                        </a:solidFill>
                        <a:latin typeface="Courier New"/>
                        <a:ea typeface="Courier New"/>
                        <a:cs typeface="Courier New"/>
                        <a:sym typeface="Courier New"/>
                      </a:endParaRPr>
                    </a:p>
                    <a:p>
                      <a:pPr indent="0" lvl="0" marL="0" rtl="0" algn="l">
                        <a:spcBef>
                          <a:spcPts val="0"/>
                        </a:spcBef>
                        <a:spcAft>
                          <a:spcPts val="0"/>
                        </a:spcAft>
                        <a:buNone/>
                      </a:pPr>
                      <a:r>
                        <a:t/>
                      </a:r>
                      <a:endParaRPr b="1" sz="1800">
                        <a:solidFill>
                          <a:srgbClr val="FFFFFF"/>
                        </a:solidFill>
                        <a:latin typeface="Courier New"/>
                        <a:ea typeface="Courier New"/>
                        <a:cs typeface="Courier New"/>
                        <a:sym typeface="Courier New"/>
                      </a:endParaRPr>
                    </a:p>
                    <a:p>
                      <a:pPr indent="0" lvl="0" marL="0" rtl="0" algn="l">
                        <a:spcBef>
                          <a:spcPts val="0"/>
                        </a:spcBef>
                        <a:spcAft>
                          <a:spcPts val="0"/>
                        </a:spcAft>
                        <a:buNone/>
                      </a:pPr>
                      <a:r>
                        <a:rPr b="1" lang="en-US" sz="1800">
                          <a:solidFill>
                            <a:srgbClr val="FFFFFF"/>
                          </a:solidFill>
                          <a:latin typeface="Courier New"/>
                          <a:ea typeface="Courier New"/>
                          <a:cs typeface="Courier New"/>
                          <a:sym typeface="Courier New"/>
                        </a:rPr>
                        <a:t>0x8000 - 0xFFFF</a:t>
                      </a:r>
                      <a:endParaRPr b="1" sz="1800">
                        <a:solidFill>
                          <a:srgbClr val="FFFFFF"/>
                        </a:solidFill>
                        <a:latin typeface="Courier New"/>
                        <a:ea typeface="Courier New"/>
                        <a:cs typeface="Courier New"/>
                        <a:sym typeface="Courier New"/>
                      </a:endParaRPr>
                    </a:p>
                  </a:txBody>
                  <a:tcPr marT="91425" marB="91425" marR="91425" marL="91425"/>
                </a:tc>
                <a:tc>
                  <a:txBody>
                    <a:bodyPr/>
                    <a:lstStyle/>
                    <a:p>
                      <a:pPr indent="0" lvl="0" marL="0" rtl="0" algn="l">
                        <a:spcBef>
                          <a:spcPts val="0"/>
                        </a:spcBef>
                        <a:spcAft>
                          <a:spcPts val="0"/>
                        </a:spcAft>
                        <a:buNone/>
                      </a:pPr>
                      <a:r>
                        <a:rPr b="1" lang="en-US" sz="1800">
                          <a:solidFill>
                            <a:srgbClr val="39FF14"/>
                          </a:solidFill>
                          <a:latin typeface="Roboto"/>
                          <a:ea typeface="Roboto"/>
                          <a:cs typeface="Roboto"/>
                          <a:sym typeface="Roboto"/>
                        </a:rPr>
                        <a:t>RAM</a:t>
                      </a:r>
                      <a:endParaRPr b="1" sz="1800">
                        <a:solidFill>
                          <a:srgbClr val="39FF14"/>
                        </a:solidFill>
                        <a:latin typeface="Roboto"/>
                        <a:ea typeface="Roboto"/>
                        <a:cs typeface="Roboto"/>
                        <a:sym typeface="Roboto"/>
                      </a:endParaRPr>
                    </a:p>
                    <a:p>
                      <a:pPr indent="0" lvl="0" marL="0" rtl="0" algn="l">
                        <a:spcBef>
                          <a:spcPts val="0"/>
                        </a:spcBef>
                        <a:spcAft>
                          <a:spcPts val="0"/>
                        </a:spcAft>
                        <a:buNone/>
                      </a:pPr>
                      <a:r>
                        <a:t/>
                      </a:r>
                      <a:endParaRPr b="1" sz="1800">
                        <a:solidFill>
                          <a:srgbClr val="39FF14"/>
                        </a:solidFill>
                        <a:latin typeface="Roboto"/>
                        <a:ea typeface="Roboto"/>
                        <a:cs typeface="Roboto"/>
                        <a:sym typeface="Roboto"/>
                      </a:endParaRPr>
                    </a:p>
                    <a:p>
                      <a:pPr indent="0" lvl="0" marL="0" rtl="0" algn="l">
                        <a:spcBef>
                          <a:spcPts val="0"/>
                        </a:spcBef>
                        <a:spcAft>
                          <a:spcPts val="0"/>
                        </a:spcAft>
                        <a:buNone/>
                      </a:pPr>
                      <a:r>
                        <a:rPr b="1" lang="en-US" sz="1800">
                          <a:solidFill>
                            <a:srgbClr val="39FF14"/>
                          </a:solidFill>
                          <a:latin typeface="Roboto"/>
                          <a:ea typeface="Roboto"/>
                          <a:cs typeface="Roboto"/>
                          <a:sym typeface="Roboto"/>
                        </a:rPr>
                        <a:t>RAM</a:t>
                      </a:r>
                      <a:endParaRPr b="1" sz="1800">
                        <a:solidFill>
                          <a:srgbClr val="39FF14"/>
                        </a:solidFill>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US" sz="1800">
                          <a:solidFill>
                            <a:srgbClr val="FFFFFF"/>
                          </a:solidFill>
                          <a:latin typeface="Roboto"/>
                          <a:ea typeface="Roboto"/>
                          <a:cs typeface="Roboto"/>
                          <a:sym typeface="Roboto"/>
                        </a:rPr>
                        <a:t>Lecture/Écriture</a:t>
                      </a:r>
                      <a:endParaRPr sz="1800">
                        <a:solidFill>
                          <a:srgbClr val="FFFFFF"/>
                        </a:solidFill>
                        <a:latin typeface="Roboto"/>
                        <a:ea typeface="Roboto"/>
                        <a:cs typeface="Roboto"/>
                        <a:sym typeface="Roboto"/>
                      </a:endParaRPr>
                    </a:p>
                    <a:p>
                      <a:pPr indent="0" lvl="0" marL="0" rtl="0" algn="l">
                        <a:spcBef>
                          <a:spcPts val="0"/>
                        </a:spcBef>
                        <a:spcAft>
                          <a:spcPts val="0"/>
                        </a:spcAft>
                        <a:buNone/>
                      </a:pPr>
                      <a:r>
                        <a:t/>
                      </a:r>
                      <a:endParaRPr sz="1800">
                        <a:solidFill>
                          <a:srgbClr val="FFFFFF"/>
                        </a:solidFill>
                        <a:latin typeface="Roboto"/>
                        <a:ea typeface="Roboto"/>
                        <a:cs typeface="Roboto"/>
                        <a:sym typeface="Roboto"/>
                      </a:endParaRPr>
                    </a:p>
                    <a:p>
                      <a:pPr indent="0" lvl="0" marL="0" rtl="0" algn="l">
                        <a:spcBef>
                          <a:spcPts val="0"/>
                        </a:spcBef>
                        <a:spcAft>
                          <a:spcPts val="0"/>
                        </a:spcAft>
                        <a:buNone/>
                      </a:pPr>
                      <a:r>
                        <a:rPr lang="en-US" sz="1800">
                          <a:solidFill>
                            <a:srgbClr val="FFFFFF"/>
                          </a:solidFill>
                          <a:latin typeface="Roboto"/>
                          <a:ea typeface="Roboto"/>
                          <a:cs typeface="Roboto"/>
                          <a:sym typeface="Roboto"/>
                        </a:rPr>
                        <a:t>Lecture</a:t>
                      </a:r>
                      <a:endParaRPr sz="1800">
                        <a:solidFill>
                          <a:srgbClr val="FFFFFF"/>
                        </a:solidFill>
                        <a:latin typeface="Roboto"/>
                        <a:ea typeface="Roboto"/>
                        <a:cs typeface="Roboto"/>
                        <a:sym typeface="Roboto"/>
                      </a:endParaRPr>
                    </a:p>
                  </a:txBody>
                  <a:tcPr marT="91425" marB="91425" marR="91425" marL="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9"/>
          <p:cNvSpPr/>
          <p:nvPr/>
        </p:nvSpPr>
        <p:spPr>
          <a:xfrm>
            <a:off x="3" y="-9"/>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179" r="-179" t="0"/>
            </a:stretch>
          </a:blipFill>
          <a:ln>
            <a:noFill/>
          </a:ln>
        </p:spPr>
      </p:sp>
      <p:sp>
        <p:nvSpPr>
          <p:cNvPr id="185" name="Google Shape;185;p19"/>
          <p:cNvSpPr/>
          <p:nvPr/>
        </p:nvSpPr>
        <p:spPr>
          <a:xfrm>
            <a:off x="533400" y="533400"/>
            <a:ext cx="643255" cy="643255"/>
          </a:xfrm>
          <a:custGeom>
            <a:rect b="b" l="l" r="r" t="t"/>
            <a:pathLst>
              <a:path extrusionOk="0" h="643255" w="643255">
                <a:moveTo>
                  <a:pt x="0" y="0"/>
                </a:moveTo>
                <a:lnTo>
                  <a:pt x="643254" y="0"/>
                </a:lnTo>
                <a:lnTo>
                  <a:pt x="643254" y="643254"/>
                </a:lnTo>
                <a:lnTo>
                  <a:pt x="0" y="643254"/>
                </a:lnTo>
                <a:lnTo>
                  <a:pt x="0" y="0"/>
                </a:lnTo>
                <a:close/>
              </a:path>
            </a:pathLst>
          </a:custGeom>
          <a:blipFill rotWithShape="1">
            <a:blip r:embed="rId4">
              <a:alphaModFix/>
            </a:blip>
            <a:stretch>
              <a:fillRect b="0" l="0" r="0" t="0"/>
            </a:stretch>
          </a:blipFill>
          <a:ln>
            <a:noFill/>
          </a:ln>
        </p:spPr>
      </p:sp>
      <p:grpSp>
        <p:nvGrpSpPr>
          <p:cNvPr id="186" name="Google Shape;186;p19"/>
          <p:cNvGrpSpPr/>
          <p:nvPr/>
        </p:nvGrpSpPr>
        <p:grpSpPr>
          <a:xfrm>
            <a:off x="818850" y="1770800"/>
            <a:ext cx="1612265" cy="1875155"/>
            <a:chOff x="9807575" y="2971800"/>
            <a:chExt cx="1612265" cy="1875155"/>
          </a:xfrm>
        </p:grpSpPr>
        <p:sp>
          <p:nvSpPr>
            <p:cNvPr id="187" name="Google Shape;187;p19"/>
            <p:cNvSpPr/>
            <p:nvPr/>
          </p:nvSpPr>
          <p:spPr>
            <a:xfrm>
              <a:off x="9807575" y="2971800"/>
              <a:ext cx="1612265" cy="1875155"/>
            </a:xfrm>
            <a:custGeom>
              <a:rect b="b" l="l" r="r" t="t"/>
              <a:pathLst>
                <a:path extrusionOk="0" h="1875155" w="1612265">
                  <a:moveTo>
                    <a:pt x="806132" y="0"/>
                  </a:moveTo>
                  <a:lnTo>
                    <a:pt x="1612265" y="468788"/>
                  </a:lnTo>
                  <a:lnTo>
                    <a:pt x="1612265" y="1406366"/>
                  </a:lnTo>
                  <a:lnTo>
                    <a:pt x="806132" y="1875155"/>
                  </a:lnTo>
                  <a:lnTo>
                    <a:pt x="0" y="1406366"/>
                  </a:lnTo>
                  <a:lnTo>
                    <a:pt x="0" y="468788"/>
                  </a:lnTo>
                  <a:lnTo>
                    <a:pt x="806132" y="0"/>
                  </a:lnTo>
                  <a:close/>
                </a:path>
              </a:pathLst>
            </a:custGeom>
            <a:gradFill>
              <a:gsLst>
                <a:gs pos="0">
                  <a:srgbClr val="008AFF">
                    <a:alpha val="60784"/>
                  </a:srgbClr>
                </a:gs>
                <a:gs pos="100000">
                  <a:srgbClr val="1714AF">
                    <a:alpha val="60784"/>
                  </a:srgbClr>
                </a:gs>
              </a:gsLst>
              <a:lin ang="0" scaled="0"/>
            </a:gradFill>
            <a:ln>
              <a:noFill/>
            </a:ln>
          </p:spPr>
        </p:sp>
        <p:sp>
          <p:nvSpPr>
            <p:cNvPr id="188" name="Google Shape;188;p19"/>
            <p:cNvSpPr/>
            <p:nvPr/>
          </p:nvSpPr>
          <p:spPr>
            <a:xfrm>
              <a:off x="9807575" y="3206115"/>
              <a:ext cx="1612265" cy="1318260"/>
            </a:xfrm>
            <a:prstGeom prst="rect">
              <a:avLst/>
            </a:prstGeom>
            <a:noFill/>
            <a:ln>
              <a:noFill/>
            </a:ln>
          </p:spPr>
          <p:txBody>
            <a:bodyPr anchorCtr="0" anchor="ctr" bIns="50800" lIns="50800" spcFirstLastPara="1" rIns="50800" wrap="square" tIns="50800">
              <a:noAutofit/>
            </a:bodyPr>
            <a:lstStyle/>
            <a:p>
              <a:pPr indent="0" lvl="0" marL="0" marR="0" rtl="0" algn="ctr">
                <a:lnSpc>
                  <a:spcPct val="122777"/>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sp>
        <p:nvSpPr>
          <p:cNvPr id="189" name="Google Shape;189;p19"/>
          <p:cNvSpPr/>
          <p:nvPr/>
        </p:nvSpPr>
        <p:spPr>
          <a:xfrm>
            <a:off x="2078990" y="9611360"/>
            <a:ext cx="1058545" cy="274320"/>
          </a:xfrm>
          <a:prstGeom prst="rect">
            <a:avLst/>
          </a:prstGeom>
          <a:noFill/>
          <a:ln>
            <a:noFill/>
          </a:ln>
        </p:spPr>
        <p:txBody>
          <a:bodyPr anchorCtr="0" anchor="t" bIns="0" lIns="0" spcFirstLastPara="1" rIns="0" wrap="square" tIns="0">
            <a:noAutofit/>
          </a:bodyPr>
          <a:lstStyle/>
          <a:p>
            <a:pPr indent="0" lvl="0" marL="0" marR="0" rtl="0" algn="l">
              <a:lnSpc>
                <a:spcPct val="139873"/>
              </a:lnSpc>
              <a:spcBef>
                <a:spcPts val="0"/>
              </a:spcBef>
              <a:spcAft>
                <a:spcPts val="0"/>
              </a:spcAft>
              <a:buClr>
                <a:srgbClr val="FFFFFF"/>
              </a:buClr>
              <a:buSzPts val="1580"/>
              <a:buFont typeface="Montserrat"/>
              <a:buNone/>
            </a:pPr>
            <a:r>
              <a:rPr b="0" i="0" lang="en-US" sz="1580" u="none" cap="none" strike="noStrike">
                <a:solidFill>
                  <a:srgbClr val="FFFFFF"/>
                </a:solidFill>
                <a:latin typeface="Montserrat"/>
                <a:ea typeface="Montserrat"/>
                <a:cs typeface="Montserrat"/>
                <a:sym typeface="Montserrat"/>
              </a:rPr>
              <a:t>PAGE 0</a:t>
            </a:r>
            <a:r>
              <a:rPr lang="en-US" sz="1580">
                <a:solidFill>
                  <a:srgbClr val="FFFFFF"/>
                </a:solidFill>
                <a:latin typeface="Montserrat"/>
                <a:ea typeface="Montserrat"/>
                <a:cs typeface="Montserrat"/>
                <a:sym typeface="Montserrat"/>
              </a:rPr>
              <a:t>7</a:t>
            </a:r>
            <a:endParaRPr b="0" i="0" sz="1580" u="none" cap="none" strike="noStrike">
              <a:solidFill>
                <a:srgbClr val="FFFFFF"/>
              </a:solidFill>
              <a:latin typeface="Montserrat"/>
              <a:ea typeface="Montserrat"/>
              <a:cs typeface="Montserrat"/>
              <a:sym typeface="Montserrat"/>
            </a:endParaRPr>
          </a:p>
        </p:txBody>
      </p:sp>
      <p:sp>
        <p:nvSpPr>
          <p:cNvPr id="190" name="Google Shape;190;p19"/>
          <p:cNvSpPr/>
          <p:nvPr/>
        </p:nvSpPr>
        <p:spPr>
          <a:xfrm>
            <a:off x="2639100" y="523550"/>
            <a:ext cx="13009800" cy="950400"/>
          </a:xfrm>
          <a:prstGeom prst="rect">
            <a:avLst/>
          </a:prstGeom>
          <a:noFill/>
          <a:ln>
            <a:noFill/>
          </a:ln>
        </p:spPr>
        <p:txBody>
          <a:bodyPr anchorCtr="0" anchor="t" bIns="0" lIns="0" spcFirstLastPara="1" rIns="0" wrap="square" tIns="0">
            <a:noAutofit/>
          </a:bodyPr>
          <a:lstStyle/>
          <a:p>
            <a:pPr indent="0" lvl="0" marL="0" marR="0" rtl="0" algn="l">
              <a:lnSpc>
                <a:spcPct val="131004"/>
              </a:lnSpc>
              <a:spcBef>
                <a:spcPts val="0"/>
              </a:spcBef>
              <a:spcAft>
                <a:spcPts val="0"/>
              </a:spcAft>
              <a:buClr>
                <a:srgbClr val="FFFFFF"/>
              </a:buClr>
              <a:buSzPts val="6870"/>
              <a:buFont typeface="Montserrat"/>
              <a:buNone/>
            </a:pPr>
            <a:r>
              <a:rPr b="1" lang="en-US" sz="4800">
                <a:solidFill>
                  <a:srgbClr val="FFFFFF"/>
                </a:solidFill>
                <a:latin typeface="Montserrat"/>
                <a:ea typeface="Montserrat"/>
                <a:cs typeface="Montserrat"/>
                <a:sym typeface="Montserrat"/>
              </a:rPr>
              <a:t> </a:t>
            </a:r>
            <a:r>
              <a:rPr b="1" lang="en-US" sz="4800">
                <a:solidFill>
                  <a:srgbClr val="008AFF"/>
                </a:solidFill>
                <a:latin typeface="Montserrat"/>
                <a:ea typeface="Montserrat"/>
                <a:cs typeface="Montserrat"/>
                <a:sym typeface="Montserrat"/>
              </a:rPr>
              <a:t>Algorithme d’Assembleur - Deux Passe</a:t>
            </a:r>
            <a:endParaRPr b="1" i="0" sz="4800" u="none" cap="none" strike="noStrike">
              <a:solidFill>
                <a:srgbClr val="008AFF"/>
              </a:solidFill>
              <a:latin typeface="Montserrat"/>
              <a:ea typeface="Montserrat"/>
              <a:cs typeface="Montserrat"/>
              <a:sym typeface="Montserrat"/>
            </a:endParaRPr>
          </a:p>
        </p:txBody>
      </p:sp>
      <p:sp>
        <p:nvSpPr>
          <p:cNvPr id="191" name="Google Shape;191;p19"/>
          <p:cNvSpPr/>
          <p:nvPr/>
        </p:nvSpPr>
        <p:spPr>
          <a:xfrm>
            <a:off x="1667975" y="2985575"/>
            <a:ext cx="6868200" cy="3483600"/>
          </a:xfrm>
          <a:prstGeom prst="rect">
            <a:avLst/>
          </a:prstGeom>
          <a:noFill/>
          <a:ln>
            <a:noFill/>
          </a:ln>
        </p:spPr>
        <p:txBody>
          <a:bodyPr anchorCtr="0" anchor="t" bIns="0" lIns="0" spcFirstLastPara="1" rIns="0" wrap="square" tIns="0">
            <a:noAutofit/>
          </a:bodyPr>
          <a:lstStyle/>
          <a:p>
            <a:pPr indent="0" lvl="0" marL="0" rtl="0" algn="l">
              <a:lnSpc>
                <a:spcPct val="130769"/>
              </a:lnSpc>
              <a:spcBef>
                <a:spcPts val="0"/>
              </a:spcBef>
              <a:spcAft>
                <a:spcPts val="0"/>
              </a:spcAft>
              <a:buClr>
                <a:schemeClr val="dk1"/>
              </a:buClr>
              <a:buSzPts val="1100"/>
              <a:buFont typeface="Arial"/>
              <a:buNone/>
            </a:pPr>
            <a:r>
              <a:rPr lang="en-US" sz="2560">
                <a:solidFill>
                  <a:srgbClr val="FFFFFF"/>
                </a:solidFill>
                <a:latin typeface="Montserrat"/>
                <a:ea typeface="Montserrat"/>
                <a:cs typeface="Montserrat"/>
                <a:sym typeface="Montserrat"/>
              </a:rPr>
              <a:t>                                      </a:t>
            </a:r>
            <a:endParaRPr sz="3100">
              <a:solidFill>
                <a:schemeClr val="lt1"/>
              </a:solidFill>
              <a:latin typeface="Montserrat"/>
              <a:ea typeface="Montserrat"/>
              <a:cs typeface="Montserrat"/>
              <a:sym typeface="Montserrat"/>
            </a:endParaRPr>
          </a:p>
        </p:txBody>
      </p:sp>
      <p:sp>
        <p:nvSpPr>
          <p:cNvPr id="192" name="Google Shape;192;p19"/>
          <p:cNvSpPr/>
          <p:nvPr/>
        </p:nvSpPr>
        <p:spPr>
          <a:xfrm>
            <a:off x="1233375" y="2748350"/>
            <a:ext cx="6868200" cy="4805400"/>
          </a:xfrm>
          <a:prstGeom prst="roundRect">
            <a:avLst>
              <a:gd fmla="val 16667" name="adj"/>
            </a:avLst>
          </a:prstGeom>
          <a:noFill/>
          <a:ln cap="flat" cmpd="sng" w="762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30769"/>
              </a:lnSpc>
              <a:spcBef>
                <a:spcPts val="0"/>
              </a:spcBef>
              <a:spcAft>
                <a:spcPts val="0"/>
              </a:spcAft>
              <a:buClr>
                <a:schemeClr val="dk1"/>
              </a:buClr>
              <a:buSzPts val="1100"/>
              <a:buFont typeface="Arial"/>
              <a:buNone/>
            </a:pPr>
            <a:r>
              <a:rPr lang="en-US" sz="2560">
                <a:solidFill>
                  <a:schemeClr val="lt1"/>
                </a:solidFill>
                <a:latin typeface="Montserrat"/>
                <a:ea typeface="Montserrat"/>
                <a:cs typeface="Montserrat"/>
                <a:sym typeface="Montserrat"/>
              </a:rPr>
              <a:t>                          </a:t>
            </a:r>
            <a:r>
              <a:rPr lang="en-US" sz="2560">
                <a:solidFill>
                  <a:schemeClr val="accent1"/>
                </a:solidFill>
                <a:latin typeface="Montserrat"/>
                <a:ea typeface="Montserrat"/>
                <a:cs typeface="Montserrat"/>
                <a:sym typeface="Montserrat"/>
              </a:rPr>
              <a:t>    </a:t>
            </a:r>
            <a:r>
              <a:rPr b="1" lang="en-US" sz="2560">
                <a:solidFill>
                  <a:schemeClr val="accent1"/>
                </a:solidFill>
                <a:latin typeface="Montserrat"/>
                <a:ea typeface="Montserrat"/>
                <a:cs typeface="Montserrat"/>
                <a:sym typeface="Montserrat"/>
              </a:rPr>
              <a:t>    </a:t>
            </a:r>
            <a:r>
              <a:rPr b="1" lang="en-US" sz="4460">
                <a:solidFill>
                  <a:schemeClr val="accent1"/>
                </a:solidFill>
                <a:latin typeface="Montserrat"/>
                <a:ea typeface="Montserrat"/>
                <a:cs typeface="Montserrat"/>
                <a:sym typeface="Montserrat"/>
              </a:rPr>
              <a:t>1</a:t>
            </a:r>
            <a:endParaRPr b="1" sz="4460">
              <a:solidFill>
                <a:schemeClr val="accent1"/>
              </a:solidFill>
              <a:latin typeface="Montserrat"/>
              <a:ea typeface="Montserrat"/>
              <a:cs typeface="Montserrat"/>
              <a:sym typeface="Montserrat"/>
            </a:endParaRPr>
          </a:p>
          <a:p>
            <a:pPr indent="0" lvl="0" marL="0" rtl="0" algn="l">
              <a:lnSpc>
                <a:spcPct val="130769"/>
              </a:lnSpc>
              <a:spcBef>
                <a:spcPts val="0"/>
              </a:spcBef>
              <a:spcAft>
                <a:spcPts val="0"/>
              </a:spcAft>
              <a:buClr>
                <a:schemeClr val="dk1"/>
              </a:buClr>
              <a:buSzPts val="1100"/>
              <a:buFont typeface="Arial"/>
              <a:buNone/>
            </a:pPr>
            <a:r>
              <a:rPr b="1" lang="en-US" sz="2560">
                <a:solidFill>
                  <a:schemeClr val="accent1"/>
                </a:solidFill>
                <a:latin typeface="Montserrat"/>
                <a:ea typeface="Montserrat"/>
                <a:cs typeface="Montserrat"/>
                <a:sym typeface="Montserrat"/>
              </a:rPr>
              <a:t>   </a:t>
            </a:r>
            <a:r>
              <a:rPr b="1" lang="en-US" sz="3200">
                <a:solidFill>
                  <a:schemeClr val="accent1"/>
                </a:solidFill>
                <a:latin typeface="Montserrat"/>
                <a:ea typeface="Montserrat"/>
                <a:cs typeface="Montserrat"/>
                <a:sym typeface="Montserrat"/>
              </a:rPr>
              <a:t>      </a:t>
            </a:r>
            <a:r>
              <a:rPr b="1" lang="en-US" sz="3100">
                <a:solidFill>
                  <a:schemeClr val="accent1"/>
                </a:solidFill>
                <a:latin typeface="Montserrat"/>
                <a:ea typeface="Montserrat"/>
                <a:cs typeface="Montserrat"/>
                <a:sym typeface="Montserrat"/>
              </a:rPr>
              <a:t>    Première Passe</a:t>
            </a:r>
            <a:endParaRPr b="1" sz="3100">
              <a:solidFill>
                <a:schemeClr val="accent1"/>
              </a:solidFill>
              <a:latin typeface="Montserrat"/>
              <a:ea typeface="Montserrat"/>
              <a:cs typeface="Montserrat"/>
              <a:sym typeface="Montserrat"/>
            </a:endParaRPr>
          </a:p>
          <a:p>
            <a:pPr indent="0" lvl="0" marL="0" rtl="0" algn="l">
              <a:lnSpc>
                <a:spcPct val="130769"/>
              </a:lnSpc>
              <a:spcBef>
                <a:spcPts val="0"/>
              </a:spcBef>
              <a:spcAft>
                <a:spcPts val="0"/>
              </a:spcAft>
              <a:buClr>
                <a:schemeClr val="dk1"/>
              </a:buClr>
              <a:buSzPts val="1100"/>
              <a:buFont typeface="Arial"/>
              <a:buNone/>
            </a:pPr>
            <a:r>
              <a:rPr lang="en-US" sz="3100">
                <a:solidFill>
                  <a:schemeClr val="lt1"/>
                </a:solidFill>
                <a:latin typeface="Montserrat"/>
                <a:ea typeface="Montserrat"/>
                <a:cs typeface="Montserrat"/>
                <a:sym typeface="Montserrat"/>
              </a:rPr>
              <a:t>✅Détection labels</a:t>
            </a:r>
            <a:endParaRPr sz="3100">
              <a:solidFill>
                <a:schemeClr val="lt1"/>
              </a:solidFill>
              <a:latin typeface="Montserrat"/>
              <a:ea typeface="Montserrat"/>
              <a:cs typeface="Montserrat"/>
              <a:sym typeface="Montserrat"/>
            </a:endParaRPr>
          </a:p>
          <a:p>
            <a:pPr indent="0" lvl="0" marL="0" rtl="0" algn="l">
              <a:lnSpc>
                <a:spcPct val="130769"/>
              </a:lnSpc>
              <a:spcBef>
                <a:spcPts val="0"/>
              </a:spcBef>
              <a:spcAft>
                <a:spcPts val="0"/>
              </a:spcAft>
              <a:buClr>
                <a:schemeClr val="dk1"/>
              </a:buClr>
              <a:buSzPts val="1100"/>
              <a:buFont typeface="Arial"/>
              <a:buNone/>
            </a:pPr>
            <a:r>
              <a:rPr lang="en-US" sz="3100">
                <a:solidFill>
                  <a:schemeClr val="lt1"/>
                </a:solidFill>
                <a:latin typeface="Montserrat"/>
                <a:ea typeface="Montserrat"/>
                <a:cs typeface="Montserrat"/>
                <a:sym typeface="Montserrat"/>
              </a:rPr>
              <a:t>✅Calcul adresses</a:t>
            </a:r>
            <a:endParaRPr sz="3100">
              <a:solidFill>
                <a:schemeClr val="lt1"/>
              </a:solidFill>
              <a:latin typeface="Montserrat"/>
              <a:ea typeface="Montserrat"/>
              <a:cs typeface="Montserrat"/>
              <a:sym typeface="Montserrat"/>
            </a:endParaRPr>
          </a:p>
          <a:p>
            <a:pPr indent="0" lvl="0" marL="0" rtl="0" algn="l">
              <a:lnSpc>
                <a:spcPct val="130769"/>
              </a:lnSpc>
              <a:spcBef>
                <a:spcPts val="0"/>
              </a:spcBef>
              <a:spcAft>
                <a:spcPts val="0"/>
              </a:spcAft>
              <a:buNone/>
            </a:pPr>
            <a:r>
              <a:rPr lang="en-US" sz="3100">
                <a:solidFill>
                  <a:schemeClr val="lt1"/>
                </a:solidFill>
                <a:latin typeface="Montserrat"/>
                <a:ea typeface="Montserrat"/>
                <a:cs typeface="Montserrat"/>
                <a:sym typeface="Montserrat"/>
              </a:rPr>
              <a:t>✅Gestion ORG</a:t>
            </a:r>
            <a:endParaRPr sz="3100">
              <a:solidFill>
                <a:schemeClr val="lt1"/>
              </a:solidFill>
              <a:latin typeface="Montserrat"/>
              <a:ea typeface="Montserrat"/>
              <a:cs typeface="Montserrat"/>
              <a:sym typeface="Montserrat"/>
            </a:endParaRPr>
          </a:p>
          <a:p>
            <a:pPr indent="0" lvl="0" marL="0" rtl="0" algn="l">
              <a:lnSpc>
                <a:spcPct val="130769"/>
              </a:lnSpc>
              <a:spcBef>
                <a:spcPts val="0"/>
              </a:spcBef>
              <a:spcAft>
                <a:spcPts val="0"/>
              </a:spcAft>
              <a:buClr>
                <a:schemeClr val="dk1"/>
              </a:buClr>
              <a:buSzPts val="1100"/>
              <a:buFont typeface="Arial"/>
              <a:buNone/>
            </a:pPr>
            <a:r>
              <a:rPr lang="en-US" sz="3100">
                <a:solidFill>
                  <a:schemeClr val="lt1"/>
                </a:solidFill>
                <a:latin typeface="Montserrat"/>
                <a:ea typeface="Montserrat"/>
                <a:cs typeface="Montserrat"/>
                <a:sym typeface="Montserrat"/>
              </a:rPr>
              <a:t>✅Validation syntaxe</a:t>
            </a:r>
            <a:endParaRPr sz="3100">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a:latin typeface="Calibri"/>
              <a:ea typeface="Calibri"/>
              <a:cs typeface="Calibri"/>
              <a:sym typeface="Calibri"/>
            </a:endParaRPr>
          </a:p>
        </p:txBody>
      </p:sp>
      <p:sp>
        <p:nvSpPr>
          <p:cNvPr id="193" name="Google Shape;193;p19"/>
          <p:cNvSpPr/>
          <p:nvPr/>
        </p:nvSpPr>
        <p:spPr>
          <a:xfrm>
            <a:off x="9051025" y="2748350"/>
            <a:ext cx="7506300" cy="4805400"/>
          </a:xfrm>
          <a:prstGeom prst="roundRect">
            <a:avLst>
              <a:gd fmla="val 16667" name="adj"/>
            </a:avLst>
          </a:prstGeom>
          <a:no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30769"/>
              </a:lnSpc>
              <a:spcBef>
                <a:spcPts val="0"/>
              </a:spcBef>
              <a:spcAft>
                <a:spcPts val="0"/>
              </a:spcAft>
              <a:buNone/>
            </a:pPr>
            <a:r>
              <a:rPr lang="en-US" sz="3100">
                <a:solidFill>
                  <a:schemeClr val="lt1"/>
                </a:solidFill>
                <a:latin typeface="Montserrat"/>
                <a:ea typeface="Montserrat"/>
                <a:cs typeface="Montserrat"/>
                <a:sym typeface="Montserrat"/>
              </a:rPr>
              <a:t>                        </a:t>
            </a:r>
            <a:r>
              <a:rPr lang="en-US" sz="2560">
                <a:solidFill>
                  <a:schemeClr val="accent1"/>
                </a:solidFill>
                <a:latin typeface="Montserrat"/>
                <a:ea typeface="Montserrat"/>
                <a:cs typeface="Montserrat"/>
                <a:sym typeface="Montserrat"/>
              </a:rPr>
              <a:t>  </a:t>
            </a:r>
            <a:r>
              <a:rPr b="1" lang="en-US" sz="2560">
                <a:solidFill>
                  <a:srgbClr val="6AA84F"/>
                </a:solidFill>
                <a:latin typeface="Montserrat"/>
                <a:ea typeface="Montserrat"/>
                <a:cs typeface="Montserrat"/>
                <a:sym typeface="Montserrat"/>
              </a:rPr>
              <a:t>      </a:t>
            </a:r>
            <a:r>
              <a:rPr b="1" lang="en-US" sz="3060">
                <a:solidFill>
                  <a:srgbClr val="6AA84F"/>
                </a:solidFill>
                <a:latin typeface="Montserrat"/>
                <a:ea typeface="Montserrat"/>
                <a:cs typeface="Montserrat"/>
                <a:sym typeface="Montserrat"/>
              </a:rPr>
              <a:t>2</a:t>
            </a:r>
            <a:endParaRPr b="1" sz="3060">
              <a:solidFill>
                <a:srgbClr val="6AA84F"/>
              </a:solidFill>
              <a:latin typeface="Montserrat"/>
              <a:ea typeface="Montserrat"/>
              <a:cs typeface="Montserrat"/>
              <a:sym typeface="Montserrat"/>
            </a:endParaRPr>
          </a:p>
          <a:p>
            <a:pPr indent="0" lvl="0" marL="0" marR="0" rtl="0" algn="l">
              <a:lnSpc>
                <a:spcPct val="130769"/>
              </a:lnSpc>
              <a:spcBef>
                <a:spcPts val="0"/>
              </a:spcBef>
              <a:spcAft>
                <a:spcPts val="0"/>
              </a:spcAft>
              <a:buNone/>
            </a:pPr>
            <a:r>
              <a:rPr b="1" lang="en-US" sz="3060">
                <a:solidFill>
                  <a:srgbClr val="6AA84F"/>
                </a:solidFill>
                <a:latin typeface="Montserrat"/>
                <a:ea typeface="Montserrat"/>
                <a:cs typeface="Montserrat"/>
                <a:sym typeface="Montserrat"/>
              </a:rPr>
              <a:t>               Deuxième Passe</a:t>
            </a:r>
            <a:endParaRPr b="1" sz="3600">
              <a:solidFill>
                <a:srgbClr val="6AA84F"/>
              </a:solidFill>
              <a:latin typeface="Montserrat"/>
              <a:ea typeface="Montserrat"/>
              <a:cs typeface="Montserrat"/>
              <a:sym typeface="Montserrat"/>
            </a:endParaRPr>
          </a:p>
          <a:p>
            <a:pPr indent="0" lvl="0" marL="0" marR="0" rtl="0" algn="l">
              <a:lnSpc>
                <a:spcPct val="130769"/>
              </a:lnSpc>
              <a:spcBef>
                <a:spcPts val="0"/>
              </a:spcBef>
              <a:spcAft>
                <a:spcPts val="0"/>
              </a:spcAft>
              <a:buNone/>
            </a:pPr>
            <a:r>
              <a:rPr lang="en-US" sz="3100">
                <a:solidFill>
                  <a:schemeClr val="lt1"/>
                </a:solidFill>
                <a:latin typeface="Montserrat"/>
                <a:ea typeface="Montserrat"/>
                <a:cs typeface="Montserrat"/>
                <a:sym typeface="Montserrat"/>
              </a:rPr>
              <a:t>✅Mnémoniques → Opcodes</a:t>
            </a:r>
            <a:endParaRPr sz="3100">
              <a:solidFill>
                <a:schemeClr val="lt1"/>
              </a:solidFill>
              <a:latin typeface="Montserrat"/>
              <a:ea typeface="Montserrat"/>
              <a:cs typeface="Montserrat"/>
              <a:sym typeface="Montserrat"/>
            </a:endParaRPr>
          </a:p>
          <a:p>
            <a:pPr indent="0" lvl="0" marL="0" marR="0" rtl="0" algn="l">
              <a:lnSpc>
                <a:spcPct val="130769"/>
              </a:lnSpc>
              <a:spcBef>
                <a:spcPts val="0"/>
              </a:spcBef>
              <a:spcAft>
                <a:spcPts val="0"/>
              </a:spcAft>
              <a:buNone/>
            </a:pPr>
            <a:r>
              <a:rPr lang="en-US" sz="3100">
                <a:solidFill>
                  <a:schemeClr val="lt1"/>
                </a:solidFill>
                <a:latin typeface="Montserrat"/>
                <a:ea typeface="Montserrat"/>
                <a:cs typeface="Montserrat"/>
                <a:sym typeface="Montserrat"/>
              </a:rPr>
              <a:t>✅Résolution labels</a:t>
            </a:r>
            <a:endParaRPr sz="3100">
              <a:solidFill>
                <a:schemeClr val="lt1"/>
              </a:solidFill>
              <a:latin typeface="Montserrat"/>
              <a:ea typeface="Montserrat"/>
              <a:cs typeface="Montserrat"/>
              <a:sym typeface="Montserrat"/>
            </a:endParaRPr>
          </a:p>
          <a:p>
            <a:pPr indent="0" lvl="0" marL="0" marR="0" rtl="0" algn="l">
              <a:lnSpc>
                <a:spcPct val="130769"/>
              </a:lnSpc>
              <a:spcBef>
                <a:spcPts val="0"/>
              </a:spcBef>
              <a:spcAft>
                <a:spcPts val="0"/>
              </a:spcAft>
              <a:buNone/>
            </a:pPr>
            <a:r>
              <a:rPr lang="en-US" sz="3100">
                <a:solidFill>
                  <a:schemeClr val="lt1"/>
                </a:solidFill>
                <a:latin typeface="Montserrat"/>
                <a:ea typeface="Montserrat"/>
                <a:cs typeface="Montserrat"/>
                <a:sym typeface="Montserrat"/>
              </a:rPr>
              <a:t>✅Calcul offsets</a:t>
            </a:r>
            <a:endParaRPr sz="3100">
              <a:solidFill>
                <a:schemeClr val="lt1"/>
              </a:solidFill>
              <a:latin typeface="Montserrat"/>
              <a:ea typeface="Montserrat"/>
              <a:cs typeface="Montserrat"/>
              <a:sym typeface="Montserrat"/>
            </a:endParaRPr>
          </a:p>
          <a:p>
            <a:pPr indent="0" lvl="0" marL="0" marR="0" rtl="0" algn="l">
              <a:lnSpc>
                <a:spcPct val="130769"/>
              </a:lnSpc>
              <a:spcBef>
                <a:spcPts val="0"/>
              </a:spcBef>
              <a:spcAft>
                <a:spcPts val="0"/>
              </a:spcAft>
              <a:buNone/>
            </a:pPr>
            <a:r>
              <a:rPr lang="en-US" sz="3100">
                <a:solidFill>
                  <a:schemeClr val="lt1"/>
                </a:solidFill>
                <a:latin typeface="Montserrat"/>
                <a:ea typeface="Montserrat"/>
                <a:cs typeface="Montserrat"/>
                <a:sym typeface="Montserrat"/>
              </a:rPr>
              <a:t>✅Code machine</a:t>
            </a:r>
            <a:endParaRPr sz="3100">
              <a:solidFill>
                <a:schemeClr val="lt1"/>
              </a:solidFill>
              <a:latin typeface="Montserrat"/>
              <a:ea typeface="Montserrat"/>
              <a:cs typeface="Montserrat"/>
              <a:sym typeface="Montserrat"/>
            </a:endParaRPr>
          </a:p>
          <a:p>
            <a:pPr indent="0" lvl="0" marL="0" marR="0" rtl="0" algn="l">
              <a:lnSpc>
                <a:spcPct val="130769"/>
              </a:lnSpc>
              <a:spcBef>
                <a:spcPts val="0"/>
              </a:spcBef>
              <a:spcAft>
                <a:spcPts val="0"/>
              </a:spcAft>
              <a:buNone/>
            </a:pPr>
            <a:r>
              <a:t/>
            </a:r>
            <a:endParaRPr sz="3100">
              <a:solidFill>
                <a:schemeClr val="lt1"/>
              </a:solidFill>
              <a:latin typeface="Montserrat"/>
              <a:ea typeface="Montserrat"/>
              <a:cs typeface="Montserrat"/>
              <a:sym typeface="Montserrat"/>
            </a:endParaRPr>
          </a:p>
        </p:txBody>
      </p:sp>
      <p:sp>
        <p:nvSpPr>
          <p:cNvPr id="194" name="Google Shape;194;p19"/>
          <p:cNvSpPr txBox="1"/>
          <p:nvPr/>
        </p:nvSpPr>
        <p:spPr>
          <a:xfrm>
            <a:off x="342663" y="7980800"/>
            <a:ext cx="17493000" cy="950400"/>
          </a:xfrm>
          <a:prstGeom prst="rect">
            <a:avLst/>
          </a:prstGeom>
          <a:noFill/>
          <a:ln cap="flat" cmpd="sng" w="9525">
            <a:solidFill>
              <a:srgbClr val="00D4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US" sz="3800">
                <a:solidFill>
                  <a:schemeClr val="lt1"/>
                </a:solidFill>
              </a:rPr>
              <a:t>⚙️ </a:t>
            </a:r>
            <a:r>
              <a:rPr b="1" i="1" lang="en-US" sz="3800">
                <a:solidFill>
                  <a:schemeClr val="lt1"/>
                </a:solidFill>
              </a:rPr>
              <a:t>Objectif:</a:t>
            </a:r>
            <a:r>
              <a:rPr lang="en-US" sz="3800">
                <a:solidFill>
                  <a:schemeClr val="lt1"/>
                </a:solidFill>
              </a:rPr>
              <a:t> Transformer code assembleur → Code machine binaire exécutable</a:t>
            </a:r>
            <a:endParaRPr sz="5000">
              <a:solidFill>
                <a:srgbClr val="008AFF"/>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0"/>
          <p:cNvSpPr/>
          <p:nvPr/>
        </p:nvSpPr>
        <p:spPr>
          <a:xfrm>
            <a:off x="0" y="0"/>
            <a:ext cx="1975104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179" r="-179" t="0"/>
            </a:stretch>
          </a:blipFill>
          <a:ln>
            <a:noFill/>
          </a:ln>
        </p:spPr>
      </p:sp>
      <p:sp>
        <p:nvSpPr>
          <p:cNvPr id="200" name="Google Shape;200;p20"/>
          <p:cNvSpPr/>
          <p:nvPr/>
        </p:nvSpPr>
        <p:spPr>
          <a:xfrm>
            <a:off x="2956390" y="9824685"/>
            <a:ext cx="1058400" cy="274200"/>
          </a:xfrm>
          <a:prstGeom prst="rect">
            <a:avLst/>
          </a:prstGeom>
          <a:noFill/>
          <a:ln>
            <a:noFill/>
          </a:ln>
        </p:spPr>
        <p:txBody>
          <a:bodyPr anchorCtr="0" anchor="t" bIns="0" lIns="0" spcFirstLastPara="1" rIns="0" wrap="square" tIns="0">
            <a:noAutofit/>
          </a:bodyPr>
          <a:lstStyle/>
          <a:p>
            <a:pPr indent="0" lvl="0" marL="0" marR="0" rtl="0" algn="l">
              <a:lnSpc>
                <a:spcPct val="139873"/>
              </a:lnSpc>
              <a:spcBef>
                <a:spcPts val="0"/>
              </a:spcBef>
              <a:spcAft>
                <a:spcPts val="0"/>
              </a:spcAft>
              <a:buClr>
                <a:srgbClr val="FFFFFF"/>
              </a:buClr>
              <a:buSzPts val="1580"/>
              <a:buFont typeface="Montserrat"/>
              <a:buNone/>
            </a:pPr>
            <a:r>
              <a:rPr b="0" i="0" lang="en-US" sz="1580" u="none" cap="none" strike="noStrike">
                <a:solidFill>
                  <a:srgbClr val="FFFFFF"/>
                </a:solidFill>
                <a:latin typeface="Montserrat"/>
                <a:ea typeface="Montserrat"/>
                <a:cs typeface="Montserrat"/>
                <a:sym typeface="Montserrat"/>
              </a:rPr>
              <a:t>PAGE 0</a:t>
            </a:r>
            <a:r>
              <a:rPr lang="en-US" sz="1580">
                <a:solidFill>
                  <a:srgbClr val="FFFFFF"/>
                </a:solidFill>
                <a:latin typeface="Montserrat"/>
                <a:ea typeface="Montserrat"/>
                <a:cs typeface="Montserrat"/>
                <a:sym typeface="Montserrat"/>
              </a:rPr>
              <a:t>8</a:t>
            </a:r>
            <a:endParaRPr b="0" i="0" sz="1580" u="none" cap="none" strike="noStrike">
              <a:solidFill>
                <a:srgbClr val="FFFFFF"/>
              </a:solidFill>
              <a:latin typeface="Montserrat"/>
              <a:ea typeface="Montserrat"/>
              <a:cs typeface="Montserrat"/>
              <a:sym typeface="Montserrat"/>
            </a:endParaRPr>
          </a:p>
        </p:txBody>
      </p:sp>
      <p:graphicFrame>
        <p:nvGraphicFramePr>
          <p:cNvPr id="201" name="Google Shape;201;p20"/>
          <p:cNvGraphicFramePr/>
          <p:nvPr/>
        </p:nvGraphicFramePr>
        <p:xfrm>
          <a:off x="209550" y="280117"/>
          <a:ext cx="3000000" cy="3000000"/>
        </p:xfrm>
        <a:graphic>
          <a:graphicData uri="http://schemas.openxmlformats.org/drawingml/2006/table">
            <a:tbl>
              <a:tblPr>
                <a:noFill/>
                <a:tableStyleId>{F33E8B19-211B-48A8-BC73-4EC101901031}</a:tableStyleId>
              </a:tblPr>
              <a:tblGrid>
                <a:gridCol w="10173375"/>
                <a:gridCol w="7668125"/>
              </a:tblGrid>
              <a:tr h="1225450">
                <a:tc>
                  <a:txBody>
                    <a:bodyPr/>
                    <a:lstStyle/>
                    <a:p>
                      <a:pPr indent="0" lvl="0" marL="0" rtl="0" algn="l">
                        <a:lnSpc>
                          <a:spcPct val="131023"/>
                        </a:lnSpc>
                        <a:spcBef>
                          <a:spcPts val="0"/>
                        </a:spcBef>
                        <a:spcAft>
                          <a:spcPts val="0"/>
                        </a:spcAft>
                        <a:buClr>
                          <a:schemeClr val="lt1"/>
                        </a:buClr>
                        <a:buSzPts val="6869"/>
                        <a:buFont typeface="Montserrat"/>
                        <a:buNone/>
                      </a:pPr>
                      <a:r>
                        <a:rPr b="1" lang="en-US" sz="3000">
                          <a:solidFill>
                            <a:schemeClr val="accent6"/>
                          </a:solidFill>
                          <a:latin typeface="Montserrat"/>
                          <a:ea typeface="Montserrat"/>
                          <a:cs typeface="Montserrat"/>
                          <a:sym typeface="Montserrat"/>
                        </a:rPr>
                        <a:t>       </a:t>
                      </a:r>
                      <a:r>
                        <a:rPr b="1" lang="en-US" sz="3000">
                          <a:solidFill>
                            <a:schemeClr val="accent6"/>
                          </a:solidFill>
                          <a:latin typeface="Montserrat"/>
                          <a:ea typeface="Montserrat"/>
                          <a:cs typeface="Montserrat"/>
                          <a:sym typeface="Montserrat"/>
                        </a:rPr>
                        <a:t>📊 Algorithme de la Première Passe</a:t>
                      </a:r>
                      <a:endParaRPr b="1" sz="3000">
                        <a:solidFill>
                          <a:schemeClr val="accent6"/>
                        </a:solidFill>
                        <a:latin typeface="Montserrat"/>
                        <a:ea typeface="Montserrat"/>
                        <a:cs typeface="Montserrat"/>
                        <a:sym typeface="Montserrat"/>
                      </a:endParaRPr>
                    </a:p>
                    <a:p>
                      <a:pPr indent="0" lvl="0" marL="0" rtl="0" algn="l">
                        <a:lnSpc>
                          <a:spcPct val="131023"/>
                        </a:lnSpc>
                        <a:spcBef>
                          <a:spcPts val="0"/>
                        </a:spcBef>
                        <a:spcAft>
                          <a:spcPts val="0"/>
                        </a:spcAft>
                        <a:buClr>
                          <a:schemeClr val="lt1"/>
                        </a:buClr>
                        <a:buSzPts val="6869"/>
                        <a:buFont typeface="Montserrat"/>
                        <a:buNone/>
                      </a:pPr>
                      <a:r>
                        <a:t/>
                      </a:r>
                      <a:endParaRPr b="1" sz="3000">
                        <a:solidFill>
                          <a:schemeClr val="accent6"/>
                        </a:solidFill>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b="1" lang="en-US" sz="3000">
                          <a:solidFill>
                            <a:schemeClr val="accent6"/>
                          </a:solidFill>
                          <a:latin typeface="Montserrat"/>
                          <a:ea typeface="Montserrat"/>
                          <a:cs typeface="Montserrat"/>
                          <a:sym typeface="Montserrat"/>
                        </a:rPr>
                        <a:t> ⚙️ Algorithme de la Deuxième Passe</a:t>
                      </a:r>
                      <a:endParaRPr b="1" sz="3000">
                        <a:solidFill>
                          <a:schemeClr val="accent6"/>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b="1" lang="en-US" sz="3000">
                          <a:solidFill>
                            <a:schemeClr val="accent6"/>
                          </a:solidFill>
                          <a:latin typeface="Montserrat"/>
                          <a:ea typeface="Montserrat"/>
                          <a:cs typeface="Montserrat"/>
                          <a:sym typeface="Montserrat"/>
                        </a:rPr>
                        <a:t>           Génération du Code Machine</a:t>
                      </a:r>
                      <a:endParaRPr b="1" sz="3000">
                        <a:solidFill>
                          <a:schemeClr val="accent6"/>
                        </a:solidFill>
                        <a:latin typeface="Montserrat"/>
                        <a:ea typeface="Montserrat"/>
                        <a:cs typeface="Montserrat"/>
                        <a:sym typeface="Montserrat"/>
                      </a:endParaRPr>
                    </a:p>
                    <a:p>
                      <a:pPr indent="0" lvl="0" marL="0" rtl="0" algn="l">
                        <a:spcBef>
                          <a:spcPts val="0"/>
                        </a:spcBef>
                        <a:spcAft>
                          <a:spcPts val="0"/>
                        </a:spcAft>
                        <a:buNone/>
                      </a:pPr>
                      <a:r>
                        <a:t/>
                      </a:r>
                      <a:endParaRPr b="1" sz="3000">
                        <a:solidFill>
                          <a:schemeClr val="accent6"/>
                        </a:solidFill>
                        <a:latin typeface="Montserrat"/>
                        <a:ea typeface="Montserrat"/>
                        <a:cs typeface="Montserrat"/>
                        <a:sym typeface="Montserrat"/>
                      </a:endParaRPr>
                    </a:p>
                  </a:txBody>
                  <a:tcPr marT="91425" marB="91425" marR="91425" marL="91425"/>
                </a:tc>
              </a:tr>
              <a:tr h="7764125">
                <a:tc>
                  <a:txBody>
                    <a:bodyPr/>
                    <a:lstStyle/>
                    <a:p>
                      <a:pPr indent="0" lvl="0" marL="0" rtl="0" algn="l">
                        <a:lnSpc>
                          <a:spcPct val="115000"/>
                        </a:lnSpc>
                        <a:spcBef>
                          <a:spcPts val="0"/>
                        </a:spcBef>
                        <a:spcAft>
                          <a:spcPts val="0"/>
                        </a:spcAft>
                        <a:buClr>
                          <a:schemeClr val="dk1"/>
                        </a:buClr>
                        <a:buSzPts val="1100"/>
                        <a:buFont typeface="Arial"/>
                        <a:buNone/>
                      </a:pPr>
                      <a:r>
                        <a:rPr b="1" lang="en-US" sz="2400">
                          <a:solidFill>
                            <a:schemeClr val="lt1"/>
                          </a:solidFill>
                        </a:rPr>
                        <a:t>INITIALISATION:</a:t>
                      </a:r>
                      <a:endParaRPr b="1" sz="2400">
                        <a:solidFill>
                          <a:schemeClr val="lt1"/>
                        </a:solidFill>
                      </a:endParaRPr>
                    </a:p>
                    <a:p>
                      <a:pPr indent="0" lvl="0" marL="0" rtl="0" algn="l">
                        <a:lnSpc>
                          <a:spcPct val="115000"/>
                        </a:lnSpc>
                        <a:spcBef>
                          <a:spcPts val="0"/>
                        </a:spcBef>
                        <a:spcAft>
                          <a:spcPts val="0"/>
                        </a:spcAft>
                        <a:buClr>
                          <a:schemeClr val="dk1"/>
                        </a:buClr>
                        <a:buSzPts val="1100"/>
                        <a:buFont typeface="Arial"/>
                        <a:buNone/>
                      </a:pPr>
                      <a:r>
                        <a:rPr lang="en-US" sz="2400">
                          <a:solidFill>
                            <a:schemeClr val="lt1"/>
                          </a:solidFill>
                        </a:rPr>
                        <a:t>• location_counter = adresseDepart (ex: $8000)</a:t>
                      </a:r>
                      <a:endParaRPr sz="2400">
                        <a:solidFill>
                          <a:schemeClr val="lt1"/>
                        </a:solidFill>
                      </a:endParaRPr>
                    </a:p>
                    <a:p>
                      <a:pPr indent="0" lvl="0" marL="0" rtl="0" algn="l">
                        <a:lnSpc>
                          <a:spcPct val="115000"/>
                        </a:lnSpc>
                        <a:spcBef>
                          <a:spcPts val="0"/>
                        </a:spcBef>
                        <a:spcAft>
                          <a:spcPts val="0"/>
                        </a:spcAft>
                        <a:buClr>
                          <a:schemeClr val="dk1"/>
                        </a:buClr>
                        <a:buSzPts val="1100"/>
                        <a:buFont typeface="Arial"/>
                        <a:buNone/>
                      </a:pPr>
                      <a:r>
                        <a:rPr lang="en-US" sz="2400">
                          <a:solidFill>
                            <a:schemeClr val="lt1"/>
                          </a:solidFill>
                        </a:rPr>
                        <a:t>• labels = new HashMap&lt;&gt;()</a:t>
                      </a:r>
                      <a:endParaRPr sz="2400">
                        <a:solidFill>
                          <a:schemeClr val="lt1"/>
                        </a:solidFill>
                      </a:endParaRPr>
                    </a:p>
                    <a:p>
                      <a:pPr indent="0" lvl="0" marL="0" rtl="0" algn="l">
                        <a:lnSpc>
                          <a:spcPct val="115000"/>
                        </a:lnSpc>
                        <a:spcBef>
                          <a:spcPts val="0"/>
                        </a:spcBef>
                        <a:spcAft>
                          <a:spcPts val="0"/>
                        </a:spcAft>
                        <a:buClr>
                          <a:schemeClr val="dk1"/>
                        </a:buClr>
                        <a:buSzPts val="1100"/>
                        <a:buFont typeface="Arial"/>
                        <a:buNone/>
                      </a:pPr>
                      <a:r>
                        <a:rPr b="1" lang="en-US" sz="2400">
                          <a:solidFill>
                            <a:schemeClr val="lt1"/>
                          </a:solidFill>
                        </a:rPr>
                        <a:t>Pour chaque ligne du code source :</a:t>
                      </a:r>
                      <a:endParaRPr b="1" sz="2400">
                        <a:solidFill>
                          <a:schemeClr val="lt1"/>
                        </a:solidFill>
                      </a:endParaRPr>
                    </a:p>
                    <a:p>
                      <a:pPr indent="0" lvl="0" marL="0" rtl="0" algn="l">
                        <a:lnSpc>
                          <a:spcPct val="115000"/>
                        </a:lnSpc>
                        <a:spcBef>
                          <a:spcPts val="0"/>
                        </a:spcBef>
                        <a:spcAft>
                          <a:spcPts val="0"/>
                        </a:spcAft>
                        <a:buClr>
                          <a:schemeClr val="dk1"/>
                        </a:buClr>
                        <a:buSzPts val="1100"/>
                        <a:buFont typeface="Arial"/>
                        <a:buNone/>
                      </a:pPr>
                      <a:r>
                        <a:rPr lang="en-US" sz="2400">
                          <a:solidFill>
                            <a:schemeClr val="lt1"/>
                          </a:solidFill>
                        </a:rPr>
                        <a:t>  1. ligne = ligne.trim</a:t>
                      </a:r>
                      <a:endParaRPr sz="2400">
                        <a:solidFill>
                          <a:schemeClr val="lt1"/>
                        </a:solidFill>
                      </a:endParaRPr>
                    </a:p>
                    <a:p>
                      <a:pPr indent="0" lvl="0" marL="0" rtl="0" algn="l">
                        <a:lnSpc>
                          <a:spcPct val="115000"/>
                        </a:lnSpc>
                        <a:spcBef>
                          <a:spcPts val="0"/>
                        </a:spcBef>
                        <a:spcAft>
                          <a:spcPts val="0"/>
                        </a:spcAft>
                        <a:buClr>
                          <a:schemeClr val="dk1"/>
                        </a:buClr>
                        <a:buSzPts val="1100"/>
                        <a:buFont typeface="Arial"/>
                        <a:buNone/>
                      </a:pPr>
                      <a:r>
                        <a:rPr lang="en-US" sz="2400">
                          <a:solidFill>
                            <a:schemeClr val="lt1"/>
                          </a:solidFill>
                        </a:rPr>
                        <a:t>     Ignorer les commentaires (après ';')</a:t>
                      </a:r>
                      <a:endParaRPr sz="2400">
                        <a:solidFill>
                          <a:schemeClr val="lt1"/>
                        </a:solidFill>
                      </a:endParaRPr>
                    </a:p>
                    <a:p>
                      <a:pPr indent="0" lvl="0" marL="0" rtl="0" algn="l">
                        <a:lnSpc>
                          <a:spcPct val="115000"/>
                        </a:lnSpc>
                        <a:spcBef>
                          <a:spcPts val="0"/>
                        </a:spcBef>
                        <a:spcAft>
                          <a:spcPts val="0"/>
                        </a:spcAft>
                        <a:buClr>
                          <a:schemeClr val="dk1"/>
                        </a:buClr>
                        <a:buSzPts val="1100"/>
                        <a:buFont typeface="Arial"/>
                        <a:buNone/>
                      </a:pPr>
                      <a:r>
                        <a:rPr lang="en-US" sz="2400">
                          <a:solidFill>
                            <a:schemeClr val="lt1"/>
                          </a:solidFill>
                        </a:rPr>
                        <a:t>  2. Si directive ORG → Mettre à jour compteur location</a:t>
                      </a:r>
                      <a:endParaRPr sz="2400">
                        <a:solidFill>
                          <a:schemeClr val="lt1"/>
                        </a:solidFill>
                      </a:endParaRPr>
                    </a:p>
                    <a:p>
                      <a:pPr indent="0" lvl="0" marL="0" rtl="0" algn="l">
                        <a:lnSpc>
                          <a:spcPct val="115000"/>
                        </a:lnSpc>
                        <a:spcBef>
                          <a:spcPts val="0"/>
                        </a:spcBef>
                        <a:spcAft>
                          <a:spcPts val="0"/>
                        </a:spcAft>
                        <a:buClr>
                          <a:schemeClr val="dk1"/>
                        </a:buClr>
                        <a:buSzPts val="1100"/>
                        <a:buFont typeface="Arial"/>
                        <a:buNone/>
                      </a:pPr>
                      <a:r>
                        <a:rPr lang="en-US" sz="2400">
                          <a:solidFill>
                            <a:schemeClr val="lt1"/>
                          </a:solidFill>
                        </a:rPr>
                        <a:t>  3. Si LABEL détecté → Enregistrer (label,adresse_courante)</a:t>
                      </a:r>
                      <a:endParaRPr sz="2400">
                        <a:solidFill>
                          <a:schemeClr val="lt1"/>
                        </a:solidFill>
                      </a:endParaRPr>
                    </a:p>
                    <a:p>
                      <a:pPr indent="0" lvl="0" marL="0" rtl="0" algn="l">
                        <a:lnSpc>
                          <a:spcPct val="115000"/>
                        </a:lnSpc>
                        <a:spcBef>
                          <a:spcPts val="0"/>
                        </a:spcBef>
                        <a:spcAft>
                          <a:spcPts val="0"/>
                        </a:spcAft>
                        <a:buClr>
                          <a:schemeClr val="dk1"/>
                        </a:buClr>
                        <a:buSzPts val="1100"/>
                        <a:buFont typeface="Arial"/>
                        <a:buNone/>
                      </a:pPr>
                      <a:r>
                        <a:rPr lang="en-US" sz="2400">
                          <a:solidFill>
                            <a:schemeClr val="lt1"/>
                          </a:solidFill>
                        </a:rPr>
                        <a:t>  4. Identifier l'instruction et son mode d'adressage</a:t>
                      </a:r>
                      <a:endParaRPr sz="2400">
                        <a:solidFill>
                          <a:schemeClr val="lt1"/>
                        </a:solidFill>
                      </a:endParaRPr>
                    </a:p>
                    <a:p>
                      <a:pPr indent="0" lvl="0" marL="0" rtl="0" algn="l">
                        <a:lnSpc>
                          <a:spcPct val="115000"/>
                        </a:lnSpc>
                        <a:spcBef>
                          <a:spcPts val="0"/>
                        </a:spcBef>
                        <a:spcAft>
                          <a:spcPts val="0"/>
                        </a:spcAft>
                        <a:buClr>
                          <a:schemeClr val="dk1"/>
                        </a:buClr>
                        <a:buSzPts val="1100"/>
                        <a:buFont typeface="Arial"/>
                        <a:buNone/>
                      </a:pPr>
                      <a:r>
                        <a:rPr lang="en-US" sz="2400">
                          <a:solidFill>
                            <a:schemeClr val="lt1"/>
                          </a:solidFill>
                        </a:rPr>
                        <a:t>  5. Calculer taille instruction (opcode + opérandes) = estimerTaille(ligne)</a:t>
                      </a:r>
                      <a:endParaRPr sz="2400">
                        <a:solidFill>
                          <a:schemeClr val="lt1"/>
                        </a:solidFill>
                      </a:endParaRPr>
                    </a:p>
                    <a:p>
                      <a:pPr indent="0" lvl="0" marL="0" rtl="0" algn="l">
                        <a:lnSpc>
                          <a:spcPct val="115000"/>
                        </a:lnSpc>
                        <a:spcBef>
                          <a:spcPts val="0"/>
                        </a:spcBef>
                        <a:spcAft>
                          <a:spcPts val="0"/>
                        </a:spcAft>
                        <a:buClr>
                          <a:schemeClr val="dk1"/>
                        </a:buClr>
                        <a:buSzPts val="1100"/>
                        <a:buFont typeface="Arial"/>
                        <a:buNone/>
                      </a:pPr>
                      <a:r>
                        <a:rPr lang="en-US" sz="2400">
                          <a:solidFill>
                            <a:schemeClr val="lt1"/>
                          </a:solidFill>
                        </a:rPr>
                        <a:t>  6. Incrémenter compteur location : location_counter += taille</a:t>
                      </a:r>
                      <a:endParaRPr sz="2400">
                        <a:solidFill>
                          <a:schemeClr val="lt1"/>
                        </a:solidFill>
                      </a:endParaRPr>
                    </a:p>
                    <a:p>
                      <a:pPr indent="0" lvl="0" marL="0" rtl="0" algn="l">
                        <a:lnSpc>
                          <a:spcPct val="115000"/>
                        </a:lnSpc>
                        <a:spcBef>
                          <a:spcPts val="0"/>
                        </a:spcBef>
                        <a:spcAft>
                          <a:spcPts val="0"/>
                        </a:spcAft>
                        <a:buClr>
                          <a:schemeClr val="dk1"/>
                        </a:buClr>
                        <a:buSzPts val="1100"/>
                        <a:buFont typeface="Arial"/>
                        <a:buNone/>
                      </a:pPr>
                      <a:r>
                        <a:t/>
                      </a:r>
                      <a:endParaRPr sz="2400">
                        <a:solidFill>
                          <a:schemeClr val="lt1"/>
                        </a:solidFill>
                      </a:endParaRPr>
                    </a:p>
                    <a:p>
                      <a:pPr indent="0" lvl="0" marL="0" rtl="0" algn="l">
                        <a:spcBef>
                          <a:spcPts val="0"/>
                        </a:spcBef>
                        <a:spcAft>
                          <a:spcPts val="0"/>
                        </a:spcAft>
                        <a:buClr>
                          <a:schemeClr val="dk1"/>
                        </a:buClr>
                        <a:buSzPts val="1100"/>
                        <a:buFont typeface="Arial"/>
                        <a:buNone/>
                      </a:pPr>
                      <a:r>
                        <a:t/>
                      </a:r>
                      <a:endParaRPr sz="2400">
                        <a:solidFill>
                          <a:schemeClr val="lt1"/>
                        </a:solidFill>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US" sz="2400">
                          <a:solidFill>
                            <a:schemeClr val="lt1"/>
                          </a:solidFill>
                        </a:rPr>
                        <a:t> </a:t>
                      </a:r>
                      <a:endParaRPr sz="2400">
                        <a:solidFill>
                          <a:schemeClr val="lt1"/>
                        </a:solidFill>
                      </a:endParaRPr>
                    </a:p>
                    <a:p>
                      <a:pPr indent="0" lvl="0" marL="0" rtl="0" algn="l">
                        <a:lnSpc>
                          <a:spcPct val="115000"/>
                        </a:lnSpc>
                        <a:spcBef>
                          <a:spcPts val="0"/>
                        </a:spcBef>
                        <a:spcAft>
                          <a:spcPts val="0"/>
                        </a:spcAft>
                        <a:buClr>
                          <a:schemeClr val="dk1"/>
                        </a:buClr>
                        <a:buSzPts val="1100"/>
                        <a:buFont typeface="Arial"/>
                        <a:buNone/>
                      </a:pPr>
                      <a:r>
                        <a:t/>
                      </a:r>
                      <a:endParaRPr sz="2400">
                        <a:solidFill>
                          <a:schemeClr val="lt1"/>
                        </a:solidFill>
                      </a:endParaRPr>
                    </a:p>
                    <a:p>
                      <a:pPr indent="0" lvl="0" marL="0" rtl="0" algn="l">
                        <a:lnSpc>
                          <a:spcPct val="115000"/>
                        </a:lnSpc>
                        <a:spcBef>
                          <a:spcPts val="0"/>
                        </a:spcBef>
                        <a:spcAft>
                          <a:spcPts val="0"/>
                        </a:spcAft>
                        <a:buClr>
                          <a:schemeClr val="dk1"/>
                        </a:buClr>
                        <a:buSzPts val="1100"/>
                        <a:buFont typeface="Arial"/>
                        <a:buNone/>
                      </a:pPr>
                      <a:r>
                        <a:rPr lang="en-US" sz="2400">
                          <a:solidFill>
                            <a:schemeClr val="lt1"/>
                          </a:solidFill>
                        </a:rPr>
                        <a:t>Pour chaque ligne :</a:t>
                      </a:r>
                      <a:endParaRPr sz="2400">
                        <a:solidFill>
                          <a:schemeClr val="lt1"/>
                        </a:solidFill>
                      </a:endParaRPr>
                    </a:p>
                    <a:p>
                      <a:pPr indent="0" lvl="0" marL="0" rtl="0" algn="l">
                        <a:lnSpc>
                          <a:spcPct val="115000"/>
                        </a:lnSpc>
                        <a:spcBef>
                          <a:spcPts val="0"/>
                        </a:spcBef>
                        <a:spcAft>
                          <a:spcPts val="0"/>
                        </a:spcAft>
                        <a:buClr>
                          <a:schemeClr val="dk1"/>
                        </a:buClr>
                        <a:buSzPts val="1100"/>
                        <a:buFont typeface="Arial"/>
                        <a:buNone/>
                      </a:pPr>
                      <a:r>
                        <a:rPr lang="en-US" sz="2400">
                          <a:solidFill>
                            <a:schemeClr val="lt1"/>
                          </a:solidFill>
                        </a:rPr>
                        <a:t>  1. Récupérer le mnémonique (ex: LDA, ADD, BNE)</a:t>
                      </a:r>
                      <a:endParaRPr sz="2400">
                        <a:solidFill>
                          <a:schemeClr val="lt1"/>
                        </a:solidFill>
                      </a:endParaRPr>
                    </a:p>
                    <a:p>
                      <a:pPr indent="0" lvl="0" marL="0" rtl="0" algn="l">
                        <a:lnSpc>
                          <a:spcPct val="115000"/>
                        </a:lnSpc>
                        <a:spcBef>
                          <a:spcPts val="0"/>
                        </a:spcBef>
                        <a:spcAft>
                          <a:spcPts val="0"/>
                        </a:spcAft>
                        <a:buClr>
                          <a:schemeClr val="dk1"/>
                        </a:buClr>
                        <a:buSzPts val="1100"/>
                        <a:buFont typeface="Arial"/>
                        <a:buNone/>
                      </a:pPr>
                      <a:r>
                        <a:rPr lang="en-US" sz="2400">
                          <a:solidFill>
                            <a:schemeClr val="lt1"/>
                          </a:solidFill>
                        </a:rPr>
                        <a:t>  2. Identifier le mode d'adressage :</a:t>
                      </a:r>
                      <a:endParaRPr sz="2400">
                        <a:solidFill>
                          <a:schemeClr val="lt1"/>
                        </a:solidFill>
                      </a:endParaRPr>
                    </a:p>
                    <a:p>
                      <a:pPr indent="0" lvl="0" marL="0" rtl="0" algn="l">
                        <a:lnSpc>
                          <a:spcPct val="115000"/>
                        </a:lnSpc>
                        <a:spcBef>
                          <a:spcPts val="0"/>
                        </a:spcBef>
                        <a:spcAft>
                          <a:spcPts val="0"/>
                        </a:spcAft>
                        <a:buClr>
                          <a:schemeClr val="dk1"/>
                        </a:buClr>
                        <a:buSzPts val="1100"/>
                        <a:buFont typeface="Arial"/>
                        <a:buNone/>
                      </a:pPr>
                      <a:r>
                        <a:rPr lang="en-US" sz="2400">
                          <a:solidFill>
                            <a:schemeClr val="lt1"/>
                          </a:solidFill>
                        </a:rPr>
                        <a:t>     - Immédiat (#$XX) → opcode + 1 octet</a:t>
                      </a:r>
                      <a:endParaRPr sz="2400">
                        <a:solidFill>
                          <a:schemeClr val="lt1"/>
                        </a:solidFill>
                      </a:endParaRPr>
                    </a:p>
                    <a:p>
                      <a:pPr indent="0" lvl="0" marL="0" rtl="0" algn="l">
                        <a:lnSpc>
                          <a:spcPct val="115000"/>
                        </a:lnSpc>
                        <a:spcBef>
                          <a:spcPts val="0"/>
                        </a:spcBef>
                        <a:spcAft>
                          <a:spcPts val="0"/>
                        </a:spcAft>
                        <a:buClr>
                          <a:schemeClr val="dk1"/>
                        </a:buClr>
                        <a:buSzPts val="1100"/>
                        <a:buFont typeface="Arial"/>
                        <a:buNone/>
                      </a:pPr>
                      <a:r>
                        <a:rPr lang="en-US" sz="2400">
                          <a:solidFill>
                            <a:schemeClr val="lt1"/>
                          </a:solidFill>
                        </a:rPr>
                        <a:t>     - Direct ($XX) → opcode + 1 octet</a:t>
                      </a:r>
                      <a:endParaRPr sz="2400">
                        <a:solidFill>
                          <a:schemeClr val="lt1"/>
                        </a:solidFill>
                      </a:endParaRPr>
                    </a:p>
                    <a:p>
                      <a:pPr indent="0" lvl="0" marL="0" rtl="0" algn="l">
                        <a:lnSpc>
                          <a:spcPct val="115000"/>
                        </a:lnSpc>
                        <a:spcBef>
                          <a:spcPts val="0"/>
                        </a:spcBef>
                        <a:spcAft>
                          <a:spcPts val="0"/>
                        </a:spcAft>
                        <a:buClr>
                          <a:schemeClr val="dk1"/>
                        </a:buClr>
                        <a:buSzPts val="1100"/>
                        <a:buFont typeface="Arial"/>
                        <a:buNone/>
                      </a:pPr>
                      <a:r>
                        <a:rPr lang="en-US" sz="2400">
                          <a:solidFill>
                            <a:schemeClr val="lt1"/>
                          </a:solidFill>
                        </a:rPr>
                        <a:t>     - Étendu ($XXXX) → opcode + 2 octets</a:t>
                      </a:r>
                      <a:endParaRPr sz="2400">
                        <a:solidFill>
                          <a:schemeClr val="lt1"/>
                        </a:solidFill>
                      </a:endParaRPr>
                    </a:p>
                    <a:p>
                      <a:pPr indent="0" lvl="0" marL="0" rtl="0" algn="l">
                        <a:lnSpc>
                          <a:spcPct val="115000"/>
                        </a:lnSpc>
                        <a:spcBef>
                          <a:spcPts val="0"/>
                        </a:spcBef>
                        <a:spcAft>
                          <a:spcPts val="0"/>
                        </a:spcAft>
                        <a:buClr>
                          <a:schemeClr val="dk1"/>
                        </a:buClr>
                        <a:buSzPts val="1100"/>
                        <a:buFont typeface="Arial"/>
                        <a:buNone/>
                      </a:pPr>
                      <a:r>
                        <a:rPr lang="en-US" sz="2400">
                          <a:solidFill>
                            <a:schemeClr val="lt1"/>
                          </a:solidFill>
                        </a:rPr>
                        <a:t>     - Indexé (,X) → opcode + post-byte</a:t>
                      </a:r>
                      <a:endParaRPr sz="2400">
                        <a:solidFill>
                          <a:schemeClr val="lt1"/>
                        </a:solidFill>
                      </a:endParaRPr>
                    </a:p>
                    <a:p>
                      <a:pPr indent="0" lvl="0" marL="0" rtl="0" algn="l">
                        <a:lnSpc>
                          <a:spcPct val="115000"/>
                        </a:lnSpc>
                        <a:spcBef>
                          <a:spcPts val="0"/>
                        </a:spcBef>
                        <a:spcAft>
                          <a:spcPts val="0"/>
                        </a:spcAft>
                        <a:buClr>
                          <a:schemeClr val="dk1"/>
                        </a:buClr>
                        <a:buSzPts val="1100"/>
                        <a:buFont typeface="Arial"/>
                        <a:buNone/>
                      </a:pPr>
                      <a:r>
                        <a:rPr lang="en-US" sz="2400">
                          <a:solidFill>
                            <a:schemeClr val="lt1"/>
                          </a:solidFill>
                        </a:rPr>
                        <a:t>  3. Chercher l'opcode dans la table d'instructions</a:t>
                      </a:r>
                      <a:endParaRPr sz="2400">
                        <a:solidFill>
                          <a:schemeClr val="lt1"/>
                        </a:solidFill>
                      </a:endParaRPr>
                    </a:p>
                    <a:p>
                      <a:pPr indent="0" lvl="0" marL="0" rtl="0" algn="l">
                        <a:lnSpc>
                          <a:spcPct val="115000"/>
                        </a:lnSpc>
                        <a:spcBef>
                          <a:spcPts val="0"/>
                        </a:spcBef>
                        <a:spcAft>
                          <a:spcPts val="0"/>
                        </a:spcAft>
                        <a:buClr>
                          <a:schemeClr val="dk1"/>
                        </a:buClr>
                        <a:buSzPts val="1100"/>
                        <a:buFont typeface="Arial"/>
                        <a:buNone/>
                      </a:pPr>
                      <a:r>
                        <a:rPr lang="en-US" sz="2400">
                          <a:solidFill>
                            <a:schemeClr val="lt1"/>
                          </a:solidFill>
                        </a:rPr>
                        <a:t>  4. Si opérande = label → Résoudre via table symboles</a:t>
                      </a:r>
                      <a:endParaRPr sz="2400">
                        <a:solidFill>
                          <a:schemeClr val="lt1"/>
                        </a:solidFill>
                      </a:endParaRPr>
                    </a:p>
                    <a:p>
                      <a:pPr indent="0" lvl="0" marL="0" rtl="0" algn="l">
                        <a:lnSpc>
                          <a:spcPct val="115000"/>
                        </a:lnSpc>
                        <a:spcBef>
                          <a:spcPts val="0"/>
                        </a:spcBef>
                        <a:spcAft>
                          <a:spcPts val="0"/>
                        </a:spcAft>
                        <a:buClr>
                          <a:schemeClr val="dk1"/>
                        </a:buClr>
                        <a:buSzPts val="1100"/>
                        <a:buFont typeface="Arial"/>
                        <a:buNone/>
                      </a:pPr>
                      <a:r>
                        <a:rPr lang="en-US" sz="2400">
                          <a:solidFill>
                            <a:schemeClr val="lt1"/>
                          </a:solidFill>
                        </a:rPr>
                        <a:t>  5. Calculer offset pour branches relatives</a:t>
                      </a:r>
                      <a:endParaRPr sz="2400">
                        <a:solidFill>
                          <a:schemeClr val="lt1"/>
                        </a:solidFill>
                      </a:endParaRPr>
                    </a:p>
                    <a:p>
                      <a:pPr indent="0" lvl="0" marL="0" rtl="0" algn="l">
                        <a:lnSpc>
                          <a:spcPct val="115000"/>
                        </a:lnSpc>
                        <a:spcBef>
                          <a:spcPts val="0"/>
                        </a:spcBef>
                        <a:spcAft>
                          <a:spcPts val="0"/>
                        </a:spcAft>
                        <a:buClr>
                          <a:schemeClr val="dk1"/>
                        </a:buClr>
                        <a:buSzPts val="1100"/>
                        <a:buFont typeface="Arial"/>
                        <a:buNone/>
                      </a:pPr>
                      <a:r>
                        <a:rPr lang="en-US" sz="2400">
                          <a:solidFill>
                            <a:schemeClr val="lt1"/>
                          </a:solidFill>
                        </a:rPr>
                        <a:t>  6. Générer bytes : [opcode] [opérande(s)]</a:t>
                      </a:r>
                      <a:endParaRPr sz="2400">
                        <a:solidFill>
                          <a:schemeClr val="lt1"/>
                        </a:solidFill>
                      </a:endParaRPr>
                    </a:p>
                    <a:p>
                      <a:pPr indent="0" lvl="0" marL="0" rtl="0" algn="l">
                        <a:lnSpc>
                          <a:spcPct val="115000"/>
                        </a:lnSpc>
                        <a:spcBef>
                          <a:spcPts val="0"/>
                        </a:spcBef>
                        <a:spcAft>
                          <a:spcPts val="0"/>
                        </a:spcAft>
                        <a:buClr>
                          <a:schemeClr val="dk1"/>
                        </a:buClr>
                        <a:buSzPts val="1100"/>
                        <a:buFont typeface="Arial"/>
                        <a:buNone/>
                      </a:pPr>
                      <a:r>
                        <a:rPr lang="en-US" sz="2400">
                          <a:solidFill>
                            <a:schemeClr val="lt1"/>
                          </a:solidFill>
                        </a:rPr>
                        <a:t>  7. Écrire en mémoire à l'adresse</a:t>
                      </a:r>
                      <a:endParaRPr sz="2400">
                        <a:solidFill>
                          <a:schemeClr val="lt1"/>
                        </a:solidFill>
                      </a:endParaRPr>
                    </a:p>
                  </a:txBody>
                  <a:tcPr marT="91425" marB="91425" marR="91425" marL="91425"/>
                </a:tc>
              </a:tr>
            </a:tbl>
          </a:graphicData>
        </a:graphic>
      </p:graphicFrame>
      <p:sp>
        <p:nvSpPr>
          <p:cNvPr id="202" name="Google Shape;202;p20"/>
          <p:cNvSpPr/>
          <p:nvPr/>
        </p:nvSpPr>
        <p:spPr>
          <a:xfrm>
            <a:off x="324200" y="6706050"/>
            <a:ext cx="9738300" cy="2632200"/>
          </a:xfrm>
          <a:prstGeom prst="roundRect">
            <a:avLst>
              <a:gd fmla="val 16667" name="adj"/>
            </a:avLst>
          </a:prstGeom>
          <a:noFill/>
          <a:ln cap="flat" cmpd="sng" w="381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2400">
                <a:solidFill>
                  <a:schemeClr val="lt1"/>
                </a:solidFill>
              </a:rPr>
              <a:t>🔧 estimerTaille()</a:t>
            </a:r>
            <a:r>
              <a:rPr lang="en-US" sz="2400">
                <a:solidFill>
                  <a:schemeClr val="lt1"/>
                </a:solidFill>
              </a:rPr>
              <a:t> gère:</a:t>
            </a:r>
            <a:endParaRPr sz="2400">
              <a:solidFill>
                <a:schemeClr val="lt1"/>
              </a:solidFill>
            </a:endParaRPr>
          </a:p>
          <a:p>
            <a:pPr indent="0" lvl="0" marL="0" rtl="0" algn="l">
              <a:lnSpc>
                <a:spcPct val="115000"/>
              </a:lnSpc>
              <a:spcBef>
                <a:spcPts val="300"/>
              </a:spcBef>
              <a:spcAft>
                <a:spcPts val="0"/>
              </a:spcAft>
              <a:buClr>
                <a:schemeClr val="dk1"/>
              </a:buClr>
              <a:buSzPts val="1100"/>
              <a:buFont typeface="Arial"/>
              <a:buNone/>
            </a:pPr>
            <a:r>
              <a:rPr lang="en-US" sz="2400">
                <a:solidFill>
                  <a:schemeClr val="lt1"/>
                </a:solidFill>
              </a:rPr>
              <a:t>• Instructions inhérentes (1 byte): NOP, INCA, SWI</a:t>
            </a:r>
            <a:endParaRPr sz="2400">
              <a:solidFill>
                <a:schemeClr val="lt1"/>
              </a:solidFill>
            </a:endParaRPr>
          </a:p>
          <a:p>
            <a:pPr indent="0" lvl="0" marL="0" rtl="0" algn="l">
              <a:lnSpc>
                <a:spcPct val="115000"/>
              </a:lnSpc>
              <a:spcBef>
                <a:spcPts val="0"/>
              </a:spcBef>
              <a:spcAft>
                <a:spcPts val="0"/>
              </a:spcAft>
              <a:buClr>
                <a:schemeClr val="dk1"/>
              </a:buClr>
              <a:buSzPts val="1100"/>
              <a:buFont typeface="Arial"/>
              <a:buNone/>
            </a:pPr>
            <a:r>
              <a:rPr lang="en-US" sz="2400">
                <a:solidFill>
                  <a:schemeClr val="lt1"/>
                </a:solidFill>
              </a:rPr>
              <a:t>• Mode immédiat (2 bytes 8-bit, 3 bytes 16-bit): LDA #$42</a:t>
            </a:r>
            <a:endParaRPr sz="2400">
              <a:solidFill>
                <a:schemeClr val="lt1"/>
              </a:solidFill>
            </a:endParaRPr>
          </a:p>
          <a:p>
            <a:pPr indent="0" lvl="0" marL="0" rtl="0" algn="l">
              <a:lnSpc>
                <a:spcPct val="115000"/>
              </a:lnSpc>
              <a:spcBef>
                <a:spcPts val="0"/>
              </a:spcBef>
              <a:spcAft>
                <a:spcPts val="0"/>
              </a:spcAft>
              <a:buClr>
                <a:schemeClr val="dk1"/>
              </a:buClr>
              <a:buSzPts val="1100"/>
              <a:buFont typeface="Arial"/>
              <a:buNone/>
            </a:pPr>
            <a:r>
              <a:rPr lang="en-US" sz="2400">
                <a:solidFill>
                  <a:schemeClr val="lt1"/>
                </a:solidFill>
              </a:rPr>
              <a:t>• Mode indexé variable (2-4 bytes): 5,X (offset 5-bit/8-bit/16-bit)</a:t>
            </a:r>
            <a:endParaRPr sz="2400">
              <a:solidFill>
                <a:schemeClr val="lt1"/>
              </a:solidFill>
            </a:endParaRPr>
          </a:p>
          <a:p>
            <a:pPr indent="0" lvl="0" marL="0" rtl="0" algn="l">
              <a:lnSpc>
                <a:spcPct val="115000"/>
              </a:lnSpc>
              <a:spcBef>
                <a:spcPts val="0"/>
              </a:spcBef>
              <a:spcAft>
                <a:spcPts val="0"/>
              </a:spcAft>
              <a:buClr>
                <a:schemeClr val="dk1"/>
              </a:buClr>
              <a:buSzPts val="1100"/>
              <a:buFont typeface="Arial"/>
              <a:buNone/>
            </a:pPr>
            <a:r>
              <a:rPr lang="en-US" sz="2400">
                <a:solidFill>
                  <a:schemeClr val="lt1"/>
                </a:solidFill>
              </a:rPr>
              <a:t>• Pages spéciales (+1 byte): LDY (#$10) CMPU (#$11)</a:t>
            </a:r>
            <a:endParaRPr>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178" r="-178" t="0"/>
            </a:stretch>
          </a:blipFill>
          <a:ln>
            <a:noFill/>
          </a:ln>
        </p:spPr>
      </p:sp>
      <p:sp>
        <p:nvSpPr>
          <p:cNvPr id="208" name="Google Shape;208;p21"/>
          <p:cNvSpPr/>
          <p:nvPr/>
        </p:nvSpPr>
        <p:spPr>
          <a:xfrm>
            <a:off x="495865" y="494015"/>
            <a:ext cx="643255" cy="643255"/>
          </a:xfrm>
          <a:custGeom>
            <a:rect b="b" l="l" r="r" t="t"/>
            <a:pathLst>
              <a:path extrusionOk="0" h="643255" w="643255">
                <a:moveTo>
                  <a:pt x="0" y="0"/>
                </a:moveTo>
                <a:lnTo>
                  <a:pt x="643254" y="0"/>
                </a:lnTo>
                <a:lnTo>
                  <a:pt x="643254" y="643254"/>
                </a:lnTo>
                <a:lnTo>
                  <a:pt x="0" y="643254"/>
                </a:lnTo>
                <a:lnTo>
                  <a:pt x="0" y="0"/>
                </a:lnTo>
                <a:close/>
              </a:path>
            </a:pathLst>
          </a:custGeom>
          <a:blipFill rotWithShape="1">
            <a:blip r:embed="rId4">
              <a:alphaModFix/>
            </a:blip>
            <a:stretch>
              <a:fillRect b="0" l="0" r="0" t="0"/>
            </a:stretch>
          </a:blipFill>
          <a:ln>
            <a:noFill/>
          </a:ln>
        </p:spPr>
      </p:sp>
      <p:sp>
        <p:nvSpPr>
          <p:cNvPr id="209" name="Google Shape;209;p21"/>
          <p:cNvSpPr/>
          <p:nvPr/>
        </p:nvSpPr>
        <p:spPr>
          <a:xfrm>
            <a:off x="3662601" y="381900"/>
            <a:ext cx="9925500" cy="864300"/>
          </a:xfrm>
          <a:prstGeom prst="rect">
            <a:avLst/>
          </a:prstGeom>
          <a:noFill/>
          <a:ln cap="flat" cmpd="sng" w="762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31023"/>
              </a:lnSpc>
              <a:spcBef>
                <a:spcPts val="0"/>
              </a:spcBef>
              <a:spcAft>
                <a:spcPts val="0"/>
              </a:spcAft>
              <a:buClr>
                <a:srgbClr val="FFFFFF"/>
              </a:buClr>
              <a:buSzPts val="6869"/>
              <a:buFont typeface="Montserrat"/>
              <a:buNone/>
            </a:pPr>
            <a:r>
              <a:rPr b="1" lang="en-US" sz="3800">
                <a:solidFill>
                  <a:srgbClr val="FFFFFF"/>
                </a:solidFill>
                <a:latin typeface="Montserrat"/>
                <a:ea typeface="Montserrat"/>
                <a:cs typeface="Montserrat"/>
                <a:sym typeface="Montserrat"/>
              </a:rPr>
              <a:t>EXEMPLE COMPLET D'ASSEMBLAGE</a:t>
            </a:r>
            <a:endParaRPr b="1" i="0" sz="3800" u="none" cap="none" strike="noStrike">
              <a:solidFill>
                <a:srgbClr val="FFFFFF"/>
              </a:solidFill>
              <a:latin typeface="Montserrat"/>
              <a:ea typeface="Montserrat"/>
              <a:cs typeface="Montserrat"/>
              <a:sym typeface="Montserrat"/>
            </a:endParaRPr>
          </a:p>
        </p:txBody>
      </p:sp>
      <p:sp>
        <p:nvSpPr>
          <p:cNvPr id="210" name="Google Shape;210;p21"/>
          <p:cNvSpPr/>
          <p:nvPr/>
        </p:nvSpPr>
        <p:spPr>
          <a:xfrm>
            <a:off x="959875" y="1255575"/>
            <a:ext cx="9248700" cy="864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100"/>
              </a:spcAft>
              <a:buClr>
                <a:schemeClr val="dk1"/>
              </a:buClr>
              <a:buSzPts val="1100"/>
              <a:buFont typeface="Arial"/>
              <a:buNone/>
            </a:pPr>
            <a:r>
              <a:rPr b="1" lang="en-US" sz="4100">
                <a:solidFill>
                  <a:srgbClr val="9D4EDD"/>
                </a:solidFill>
              </a:rPr>
              <a:t>💻 </a:t>
            </a:r>
            <a:r>
              <a:rPr b="1" lang="en-US" sz="3600">
                <a:solidFill>
                  <a:srgbClr val="9D4EDD"/>
                </a:solidFill>
              </a:rPr>
              <a:t>Éditeur Assembleur Intégré</a:t>
            </a:r>
            <a:endParaRPr b="1" i="0" sz="8069" u="none" cap="none" strike="noStrike">
              <a:solidFill>
                <a:srgbClr val="FFFFFF"/>
              </a:solidFill>
              <a:latin typeface="Montserrat"/>
              <a:ea typeface="Montserrat"/>
              <a:cs typeface="Montserrat"/>
              <a:sym typeface="Montserrat"/>
            </a:endParaRPr>
          </a:p>
        </p:txBody>
      </p:sp>
      <p:sp>
        <p:nvSpPr>
          <p:cNvPr id="211" name="Google Shape;211;p21"/>
          <p:cNvSpPr/>
          <p:nvPr/>
        </p:nvSpPr>
        <p:spPr>
          <a:xfrm>
            <a:off x="1665050" y="1883400"/>
            <a:ext cx="13920600" cy="5104200"/>
          </a:xfrm>
          <a:prstGeom prst="rect">
            <a:avLst/>
          </a:prstGeom>
          <a:noFill/>
          <a:ln>
            <a:noFill/>
          </a:ln>
        </p:spPr>
        <p:txBody>
          <a:bodyPr anchorCtr="0" anchor="t" bIns="0" lIns="0" spcFirstLastPara="1" rIns="0" wrap="square" tIns="0">
            <a:noAutofit/>
          </a:bodyPr>
          <a:lstStyle/>
          <a:p>
            <a:pPr indent="0" lvl="0" marL="0" marR="0" rtl="0" algn="l">
              <a:lnSpc>
                <a:spcPct val="130769"/>
              </a:lnSpc>
              <a:spcBef>
                <a:spcPts val="0"/>
              </a:spcBef>
              <a:spcAft>
                <a:spcPts val="0"/>
              </a:spcAft>
              <a:buClr>
                <a:srgbClr val="FFFFFF"/>
              </a:buClr>
              <a:buSzPts val="1560"/>
              <a:buFont typeface="Montserrat"/>
              <a:buNone/>
            </a:pPr>
            <a:r>
              <a:t/>
            </a:r>
            <a:endParaRPr b="0" i="0" sz="1560" u="none" cap="none" strike="noStrike">
              <a:solidFill>
                <a:srgbClr val="FFFFFF"/>
              </a:solidFill>
              <a:latin typeface="Montserrat"/>
              <a:ea typeface="Montserrat"/>
              <a:cs typeface="Montserrat"/>
              <a:sym typeface="Montserrat"/>
            </a:endParaRPr>
          </a:p>
        </p:txBody>
      </p:sp>
      <p:sp>
        <p:nvSpPr>
          <p:cNvPr id="212" name="Google Shape;212;p21"/>
          <p:cNvSpPr/>
          <p:nvPr/>
        </p:nvSpPr>
        <p:spPr>
          <a:xfrm>
            <a:off x="1665050" y="2129250"/>
            <a:ext cx="13920600" cy="4722000"/>
          </a:xfrm>
          <a:prstGeom prst="roundRect">
            <a:avLst>
              <a:gd fmla="val 16667" name="adj"/>
            </a:avLst>
          </a:prstGeom>
          <a:noFill/>
          <a:ln cap="flat" cmpd="sng" w="38100">
            <a:solidFill>
              <a:srgbClr val="9D4EDD"/>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2300">
                <a:solidFill>
                  <a:srgbClr val="8C8C8C"/>
                </a:solidFill>
                <a:latin typeface="Calibri"/>
                <a:ea typeface="Calibri"/>
                <a:cs typeface="Calibri"/>
                <a:sym typeface="Calibri"/>
              </a:rPr>
              <a:t>1</a:t>
            </a:r>
            <a:r>
              <a:rPr lang="en-US" sz="2300">
                <a:solidFill>
                  <a:schemeClr val="lt1"/>
                </a:solidFill>
                <a:latin typeface="Calibri"/>
                <a:ea typeface="Calibri"/>
                <a:cs typeface="Calibri"/>
                <a:sym typeface="Calibri"/>
              </a:rPr>
              <a:t> </a:t>
            </a:r>
            <a:r>
              <a:rPr b="1" lang="en-US" sz="2600">
                <a:solidFill>
                  <a:schemeClr val="accent5"/>
                </a:solidFill>
                <a:latin typeface="Calibri"/>
                <a:ea typeface="Calibri"/>
                <a:cs typeface="Calibri"/>
                <a:sym typeface="Calibri"/>
              </a:rPr>
              <a:t>ORG</a:t>
            </a:r>
            <a:r>
              <a:rPr lang="en-US" sz="2600">
                <a:solidFill>
                  <a:schemeClr val="lt1"/>
                </a:solidFill>
                <a:latin typeface="Calibri"/>
                <a:ea typeface="Calibri"/>
                <a:cs typeface="Calibri"/>
                <a:sym typeface="Calibri"/>
              </a:rPr>
              <a:t> </a:t>
            </a:r>
            <a:r>
              <a:rPr b="1" lang="en-US" sz="2600">
                <a:solidFill>
                  <a:schemeClr val="accent4"/>
                </a:solidFill>
                <a:latin typeface="Calibri"/>
                <a:ea typeface="Calibri"/>
                <a:cs typeface="Calibri"/>
                <a:sym typeface="Calibri"/>
              </a:rPr>
              <a:t>$8000</a:t>
            </a:r>
            <a:endParaRPr b="1" sz="2600">
              <a:solidFill>
                <a:schemeClr val="accent4"/>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2600">
                <a:solidFill>
                  <a:srgbClr val="8C8C8C"/>
                </a:solidFill>
                <a:latin typeface="Calibri"/>
                <a:ea typeface="Calibri"/>
                <a:cs typeface="Calibri"/>
                <a:sym typeface="Calibri"/>
              </a:rPr>
              <a:t>2</a:t>
            </a:r>
            <a:r>
              <a:rPr lang="en-US" sz="2600">
                <a:solidFill>
                  <a:schemeClr val="lt1"/>
                </a:solidFill>
                <a:latin typeface="Calibri"/>
                <a:ea typeface="Calibri"/>
                <a:cs typeface="Calibri"/>
                <a:sym typeface="Calibri"/>
              </a:rPr>
              <a:t> </a:t>
            </a:r>
            <a:r>
              <a:rPr b="1" lang="en-US" sz="2600">
                <a:solidFill>
                  <a:srgbClr val="F1C232"/>
                </a:solidFill>
                <a:latin typeface="Calibri"/>
                <a:ea typeface="Calibri"/>
                <a:cs typeface="Calibri"/>
                <a:sym typeface="Calibri"/>
              </a:rPr>
              <a:t>DEBUT:</a:t>
            </a:r>
            <a:endParaRPr b="1" sz="2600">
              <a:solidFill>
                <a:srgbClr val="F1C232"/>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2600">
                <a:solidFill>
                  <a:srgbClr val="8C8C8C"/>
                </a:solidFill>
                <a:latin typeface="Calibri"/>
                <a:ea typeface="Calibri"/>
                <a:cs typeface="Calibri"/>
                <a:sym typeface="Calibri"/>
              </a:rPr>
              <a:t>3</a:t>
            </a:r>
            <a:r>
              <a:rPr lang="en-US" sz="2600">
                <a:solidFill>
                  <a:schemeClr val="lt1"/>
                </a:solidFill>
                <a:latin typeface="Calibri"/>
                <a:ea typeface="Calibri"/>
                <a:cs typeface="Calibri"/>
                <a:sym typeface="Calibri"/>
              </a:rPr>
              <a:t> </a:t>
            </a:r>
            <a:r>
              <a:rPr b="1" lang="en-US" sz="2600">
                <a:solidFill>
                  <a:schemeClr val="accent5"/>
                </a:solidFill>
                <a:latin typeface="Calibri"/>
                <a:ea typeface="Calibri"/>
                <a:cs typeface="Calibri"/>
                <a:sym typeface="Calibri"/>
              </a:rPr>
              <a:t>LDA </a:t>
            </a:r>
            <a:r>
              <a:rPr b="1" lang="en-US" sz="2600">
                <a:solidFill>
                  <a:schemeClr val="accent4"/>
                </a:solidFill>
                <a:latin typeface="Calibri"/>
                <a:ea typeface="Calibri"/>
                <a:cs typeface="Calibri"/>
                <a:sym typeface="Calibri"/>
              </a:rPr>
              <a:t>#$42</a:t>
            </a:r>
            <a:r>
              <a:rPr lang="en-US" sz="2600">
                <a:solidFill>
                  <a:schemeClr val="lt1"/>
                </a:solidFill>
                <a:latin typeface="Calibri"/>
                <a:ea typeface="Calibri"/>
                <a:cs typeface="Calibri"/>
                <a:sym typeface="Calibri"/>
              </a:rPr>
              <a:t> ;   </a:t>
            </a:r>
            <a:r>
              <a:rPr lang="en-US" sz="2600">
                <a:solidFill>
                  <a:srgbClr val="8C8C8C"/>
                </a:solidFill>
                <a:latin typeface="Calibri"/>
                <a:ea typeface="Calibri"/>
                <a:cs typeface="Calibri"/>
                <a:sym typeface="Calibri"/>
              </a:rPr>
              <a:t>Charger 42 en A</a:t>
            </a:r>
            <a:endParaRPr sz="2600">
              <a:solidFill>
                <a:srgbClr val="8C8C8C"/>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2600">
                <a:solidFill>
                  <a:srgbClr val="8C8C8C"/>
                </a:solidFill>
                <a:latin typeface="Calibri"/>
                <a:ea typeface="Calibri"/>
                <a:cs typeface="Calibri"/>
                <a:sym typeface="Calibri"/>
              </a:rPr>
              <a:t>4</a:t>
            </a:r>
            <a:r>
              <a:rPr lang="en-US" sz="2600">
                <a:solidFill>
                  <a:schemeClr val="lt1"/>
                </a:solidFill>
                <a:latin typeface="Calibri"/>
                <a:ea typeface="Calibri"/>
                <a:cs typeface="Calibri"/>
                <a:sym typeface="Calibri"/>
              </a:rPr>
              <a:t> </a:t>
            </a:r>
            <a:r>
              <a:rPr b="1" lang="en-US" sz="2600">
                <a:solidFill>
                  <a:schemeClr val="accent5"/>
                </a:solidFill>
                <a:latin typeface="Calibri"/>
                <a:ea typeface="Calibri"/>
                <a:cs typeface="Calibri"/>
                <a:sym typeface="Calibri"/>
              </a:rPr>
              <a:t>ADDA</a:t>
            </a:r>
            <a:r>
              <a:rPr lang="en-US" sz="2600">
                <a:solidFill>
                  <a:schemeClr val="lt1"/>
                </a:solidFill>
                <a:latin typeface="Calibri"/>
                <a:ea typeface="Calibri"/>
                <a:cs typeface="Calibri"/>
                <a:sym typeface="Calibri"/>
              </a:rPr>
              <a:t> </a:t>
            </a:r>
            <a:r>
              <a:rPr b="1" lang="en-US" sz="2600">
                <a:solidFill>
                  <a:schemeClr val="accent4"/>
                </a:solidFill>
                <a:latin typeface="Calibri"/>
                <a:ea typeface="Calibri"/>
                <a:cs typeface="Calibri"/>
                <a:sym typeface="Calibri"/>
              </a:rPr>
              <a:t>#$10</a:t>
            </a:r>
            <a:r>
              <a:rPr lang="en-US" sz="2600">
                <a:solidFill>
                  <a:schemeClr val="lt1"/>
                </a:solidFill>
                <a:latin typeface="Calibri"/>
                <a:ea typeface="Calibri"/>
                <a:cs typeface="Calibri"/>
                <a:sym typeface="Calibri"/>
              </a:rPr>
              <a:t> ;   </a:t>
            </a:r>
            <a:r>
              <a:rPr lang="en-US" sz="2600">
                <a:solidFill>
                  <a:srgbClr val="8C8C8C"/>
                </a:solidFill>
                <a:latin typeface="Calibri"/>
                <a:ea typeface="Calibri"/>
                <a:cs typeface="Calibri"/>
                <a:sym typeface="Calibri"/>
              </a:rPr>
              <a:t>Ajouter 10</a:t>
            </a:r>
            <a:endParaRPr sz="2600">
              <a:solidFill>
                <a:srgbClr val="8C8C8C"/>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2600">
                <a:solidFill>
                  <a:srgbClr val="8C8C8C"/>
                </a:solidFill>
                <a:latin typeface="Calibri"/>
                <a:ea typeface="Calibri"/>
                <a:cs typeface="Calibri"/>
                <a:sym typeface="Calibri"/>
              </a:rPr>
              <a:t>5</a:t>
            </a:r>
            <a:r>
              <a:rPr lang="en-US" sz="2600">
                <a:solidFill>
                  <a:schemeClr val="lt1"/>
                </a:solidFill>
                <a:latin typeface="Calibri"/>
                <a:ea typeface="Calibri"/>
                <a:cs typeface="Calibri"/>
                <a:sym typeface="Calibri"/>
              </a:rPr>
              <a:t> </a:t>
            </a:r>
            <a:r>
              <a:rPr b="1" lang="en-US" sz="2600">
                <a:solidFill>
                  <a:schemeClr val="accent5"/>
                </a:solidFill>
                <a:latin typeface="Calibri"/>
                <a:ea typeface="Calibri"/>
                <a:cs typeface="Calibri"/>
                <a:sym typeface="Calibri"/>
              </a:rPr>
              <a:t>STA </a:t>
            </a:r>
            <a:r>
              <a:rPr b="1" lang="en-US" sz="2600">
                <a:solidFill>
                  <a:schemeClr val="accent4"/>
                </a:solidFill>
                <a:latin typeface="Calibri"/>
                <a:ea typeface="Calibri"/>
                <a:cs typeface="Calibri"/>
                <a:sym typeface="Calibri"/>
              </a:rPr>
              <a:t>$2000 </a:t>
            </a:r>
            <a:r>
              <a:rPr lang="en-US" sz="2600">
                <a:solidFill>
                  <a:schemeClr val="lt1"/>
                </a:solidFill>
                <a:latin typeface="Calibri"/>
                <a:ea typeface="Calibri"/>
                <a:cs typeface="Calibri"/>
                <a:sym typeface="Calibri"/>
              </a:rPr>
              <a:t>;   </a:t>
            </a:r>
            <a:r>
              <a:rPr lang="en-US" sz="2600">
                <a:solidFill>
                  <a:srgbClr val="8C8C8C"/>
                </a:solidFill>
                <a:latin typeface="Calibri"/>
                <a:ea typeface="Calibri"/>
                <a:cs typeface="Calibri"/>
                <a:sym typeface="Calibri"/>
              </a:rPr>
              <a:t>Stocker résultat</a:t>
            </a:r>
            <a:endParaRPr sz="2600">
              <a:solidFill>
                <a:srgbClr val="8C8C8C"/>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2600">
                <a:solidFill>
                  <a:srgbClr val="8C8C8C"/>
                </a:solidFill>
                <a:latin typeface="Calibri"/>
                <a:ea typeface="Calibri"/>
                <a:cs typeface="Calibri"/>
                <a:sym typeface="Calibri"/>
              </a:rPr>
              <a:t>6</a:t>
            </a:r>
            <a:r>
              <a:rPr lang="en-US" sz="2600">
                <a:solidFill>
                  <a:schemeClr val="lt1"/>
                </a:solidFill>
                <a:latin typeface="Calibri"/>
                <a:ea typeface="Calibri"/>
                <a:cs typeface="Calibri"/>
                <a:sym typeface="Calibri"/>
              </a:rPr>
              <a:t> </a:t>
            </a:r>
            <a:r>
              <a:rPr b="1" lang="en-US" sz="2600">
                <a:solidFill>
                  <a:srgbClr val="F1C232"/>
                </a:solidFill>
                <a:latin typeface="Calibri"/>
                <a:ea typeface="Calibri"/>
                <a:cs typeface="Calibri"/>
                <a:sym typeface="Calibri"/>
              </a:rPr>
              <a:t>BOUCLE:</a:t>
            </a:r>
            <a:endParaRPr b="1" sz="2600">
              <a:solidFill>
                <a:srgbClr val="F1C232"/>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2600">
                <a:solidFill>
                  <a:srgbClr val="8C8C8C"/>
                </a:solidFill>
                <a:latin typeface="Calibri"/>
                <a:ea typeface="Calibri"/>
                <a:cs typeface="Calibri"/>
                <a:sym typeface="Calibri"/>
              </a:rPr>
              <a:t>7 </a:t>
            </a:r>
            <a:r>
              <a:rPr b="1" lang="en-US" sz="2600">
                <a:solidFill>
                  <a:schemeClr val="accent5"/>
                </a:solidFill>
                <a:latin typeface="Calibri"/>
                <a:ea typeface="Calibri"/>
                <a:cs typeface="Calibri"/>
                <a:sym typeface="Calibri"/>
              </a:rPr>
              <a:t>INCA</a:t>
            </a:r>
            <a:r>
              <a:rPr lang="en-US" sz="2600">
                <a:solidFill>
                  <a:schemeClr val="lt1"/>
                </a:solidFill>
                <a:latin typeface="Calibri"/>
                <a:ea typeface="Calibri"/>
                <a:cs typeface="Calibri"/>
                <a:sym typeface="Calibri"/>
              </a:rPr>
              <a:t> ;    </a:t>
            </a:r>
            <a:r>
              <a:rPr lang="en-US" sz="2600">
                <a:solidFill>
                  <a:srgbClr val="8C8C8C"/>
                </a:solidFill>
                <a:latin typeface="Calibri"/>
                <a:ea typeface="Calibri"/>
                <a:cs typeface="Calibri"/>
                <a:sym typeface="Calibri"/>
              </a:rPr>
              <a:t>Incrémenter A</a:t>
            </a:r>
            <a:endParaRPr sz="2600">
              <a:solidFill>
                <a:srgbClr val="8C8C8C"/>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2600">
                <a:solidFill>
                  <a:srgbClr val="8C8C8C"/>
                </a:solidFill>
                <a:latin typeface="Calibri"/>
                <a:ea typeface="Calibri"/>
                <a:cs typeface="Calibri"/>
                <a:sym typeface="Calibri"/>
              </a:rPr>
              <a:t>8</a:t>
            </a:r>
            <a:r>
              <a:rPr lang="en-US" sz="2600">
                <a:solidFill>
                  <a:schemeClr val="lt1"/>
                </a:solidFill>
                <a:latin typeface="Calibri"/>
                <a:ea typeface="Calibri"/>
                <a:cs typeface="Calibri"/>
                <a:sym typeface="Calibri"/>
              </a:rPr>
              <a:t> </a:t>
            </a:r>
            <a:r>
              <a:rPr b="1" lang="en-US" sz="2600">
                <a:solidFill>
                  <a:schemeClr val="accent5"/>
                </a:solidFill>
                <a:latin typeface="Calibri"/>
                <a:ea typeface="Calibri"/>
                <a:cs typeface="Calibri"/>
                <a:sym typeface="Calibri"/>
              </a:rPr>
              <a:t>CMPA</a:t>
            </a:r>
            <a:r>
              <a:rPr lang="en-US" sz="2600">
                <a:solidFill>
                  <a:schemeClr val="lt1"/>
                </a:solidFill>
                <a:latin typeface="Calibri"/>
                <a:ea typeface="Calibri"/>
                <a:cs typeface="Calibri"/>
                <a:sym typeface="Calibri"/>
              </a:rPr>
              <a:t> </a:t>
            </a:r>
            <a:r>
              <a:rPr b="1" lang="en-US" sz="2600">
                <a:solidFill>
                  <a:schemeClr val="accent4"/>
                </a:solidFill>
                <a:latin typeface="Calibri"/>
                <a:ea typeface="Calibri"/>
                <a:cs typeface="Calibri"/>
                <a:sym typeface="Calibri"/>
              </a:rPr>
              <a:t>#$60</a:t>
            </a:r>
            <a:r>
              <a:rPr lang="en-US" sz="2600">
                <a:solidFill>
                  <a:schemeClr val="accent4"/>
                </a:solidFill>
                <a:latin typeface="Calibri"/>
                <a:ea typeface="Calibri"/>
                <a:cs typeface="Calibri"/>
                <a:sym typeface="Calibri"/>
              </a:rPr>
              <a:t> ;</a:t>
            </a:r>
            <a:r>
              <a:rPr lang="en-US" sz="2600">
                <a:solidFill>
                  <a:schemeClr val="lt1"/>
                </a:solidFill>
                <a:latin typeface="Calibri"/>
                <a:ea typeface="Calibri"/>
                <a:cs typeface="Calibri"/>
                <a:sym typeface="Calibri"/>
              </a:rPr>
              <a:t>    </a:t>
            </a:r>
            <a:r>
              <a:rPr lang="en-US" sz="2600">
                <a:solidFill>
                  <a:srgbClr val="8C8C8C"/>
                </a:solidFill>
                <a:latin typeface="Calibri"/>
                <a:ea typeface="Calibri"/>
                <a:cs typeface="Calibri"/>
                <a:sym typeface="Calibri"/>
              </a:rPr>
              <a:t>Comparer </a:t>
            </a:r>
            <a:endParaRPr sz="2600">
              <a:solidFill>
                <a:srgbClr val="8C8C8C"/>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2600">
                <a:solidFill>
                  <a:srgbClr val="8C8C8C"/>
                </a:solidFill>
                <a:latin typeface="Calibri"/>
                <a:ea typeface="Calibri"/>
                <a:cs typeface="Calibri"/>
                <a:sym typeface="Calibri"/>
              </a:rPr>
              <a:t>9</a:t>
            </a:r>
            <a:r>
              <a:rPr lang="en-US" sz="2600">
                <a:solidFill>
                  <a:srgbClr val="8C8C8C"/>
                </a:solidFill>
                <a:latin typeface="Calibri"/>
                <a:ea typeface="Calibri"/>
                <a:cs typeface="Calibri"/>
                <a:sym typeface="Calibri"/>
              </a:rPr>
              <a:t> </a:t>
            </a:r>
            <a:r>
              <a:rPr b="1" lang="en-US" sz="2600">
                <a:solidFill>
                  <a:schemeClr val="accent5"/>
                </a:solidFill>
                <a:latin typeface="Calibri"/>
                <a:ea typeface="Calibri"/>
                <a:cs typeface="Calibri"/>
                <a:sym typeface="Calibri"/>
              </a:rPr>
              <a:t>BNE </a:t>
            </a:r>
            <a:r>
              <a:rPr b="1" lang="en-US" sz="2600">
                <a:solidFill>
                  <a:srgbClr val="F1C232"/>
                </a:solidFill>
                <a:latin typeface="Calibri"/>
                <a:ea typeface="Calibri"/>
                <a:cs typeface="Calibri"/>
                <a:sym typeface="Calibri"/>
              </a:rPr>
              <a:t>BOUCLE ;   </a:t>
            </a:r>
            <a:r>
              <a:rPr lang="en-US" sz="2600">
                <a:solidFill>
                  <a:schemeClr val="lt1"/>
                </a:solidFill>
                <a:latin typeface="Calibri"/>
                <a:ea typeface="Calibri"/>
                <a:cs typeface="Calibri"/>
                <a:sym typeface="Calibri"/>
              </a:rPr>
              <a:t> </a:t>
            </a:r>
            <a:r>
              <a:rPr lang="en-US" sz="2600">
                <a:solidFill>
                  <a:srgbClr val="8C8C8C"/>
                </a:solidFill>
                <a:latin typeface="Calibri"/>
                <a:ea typeface="Calibri"/>
                <a:cs typeface="Calibri"/>
                <a:sym typeface="Calibri"/>
              </a:rPr>
              <a:t>Boucler si différent</a:t>
            </a:r>
            <a:endParaRPr sz="2600">
              <a:solidFill>
                <a:srgbClr val="8C8C8C"/>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2600">
                <a:solidFill>
                  <a:srgbClr val="8C8C8C"/>
                </a:solidFill>
                <a:latin typeface="Calibri"/>
                <a:ea typeface="Calibri"/>
                <a:cs typeface="Calibri"/>
                <a:sym typeface="Calibri"/>
              </a:rPr>
              <a:t>10</a:t>
            </a:r>
            <a:r>
              <a:rPr lang="en-US" sz="2600">
                <a:solidFill>
                  <a:schemeClr val="lt1"/>
                </a:solidFill>
                <a:latin typeface="Calibri"/>
                <a:ea typeface="Calibri"/>
                <a:cs typeface="Calibri"/>
                <a:sym typeface="Calibri"/>
              </a:rPr>
              <a:t> </a:t>
            </a:r>
            <a:r>
              <a:rPr b="1" lang="en-US" sz="2600">
                <a:solidFill>
                  <a:schemeClr val="accent5"/>
                </a:solidFill>
                <a:latin typeface="Calibri"/>
                <a:ea typeface="Calibri"/>
                <a:cs typeface="Calibri"/>
                <a:sym typeface="Calibri"/>
              </a:rPr>
              <a:t>SWI </a:t>
            </a:r>
            <a:r>
              <a:rPr lang="en-US" sz="2600">
                <a:solidFill>
                  <a:schemeClr val="lt1"/>
                </a:solidFill>
                <a:latin typeface="Calibri"/>
                <a:ea typeface="Calibri"/>
                <a:cs typeface="Calibri"/>
                <a:sym typeface="Calibri"/>
              </a:rPr>
              <a:t>;      </a:t>
            </a:r>
            <a:r>
              <a:rPr lang="en-US" sz="2600">
                <a:solidFill>
                  <a:srgbClr val="8C8C8C"/>
                </a:solidFill>
                <a:latin typeface="Calibri"/>
                <a:ea typeface="Calibri"/>
                <a:cs typeface="Calibri"/>
                <a:sym typeface="Calibri"/>
              </a:rPr>
              <a:t>Interruption logicielle</a:t>
            </a:r>
            <a:endParaRPr sz="2600">
              <a:solidFill>
                <a:srgbClr val="8C8C8C"/>
              </a:solidFill>
              <a:latin typeface="Calibri"/>
              <a:ea typeface="Calibri"/>
              <a:cs typeface="Calibri"/>
              <a:sym typeface="Calibri"/>
            </a:endParaRPr>
          </a:p>
          <a:p>
            <a:pPr indent="0" lvl="0" marL="0" rtl="0" algn="ctr">
              <a:spcBef>
                <a:spcPts val="0"/>
              </a:spcBef>
              <a:spcAft>
                <a:spcPts val="0"/>
              </a:spcAft>
              <a:buNone/>
            </a:pPr>
            <a:r>
              <a:t/>
            </a:r>
            <a:endParaRPr sz="1700">
              <a:solidFill>
                <a:schemeClr val="lt1"/>
              </a:solidFill>
              <a:latin typeface="Calibri"/>
              <a:ea typeface="Calibri"/>
              <a:cs typeface="Calibri"/>
              <a:sym typeface="Calibri"/>
            </a:endParaRPr>
          </a:p>
        </p:txBody>
      </p:sp>
      <p:sp>
        <p:nvSpPr>
          <p:cNvPr id="213" name="Google Shape;213;p21"/>
          <p:cNvSpPr txBox="1"/>
          <p:nvPr/>
        </p:nvSpPr>
        <p:spPr>
          <a:xfrm>
            <a:off x="5512800" y="7843250"/>
            <a:ext cx="4414800" cy="64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a:t>
            </a:r>
            <a:r>
              <a:rPr lang="en-US" sz="3200">
                <a:solidFill>
                  <a:srgbClr val="008AFF"/>
                </a:solidFill>
                <a:latin typeface="Calibri"/>
                <a:ea typeface="Calibri"/>
                <a:cs typeface="Calibri"/>
                <a:sym typeface="Calibri"/>
              </a:rPr>
              <a:t> </a:t>
            </a:r>
            <a:r>
              <a:rPr lang="en-US" sz="3200">
                <a:solidFill>
                  <a:schemeClr val="accent5"/>
                </a:solidFill>
                <a:latin typeface="Calibri"/>
                <a:ea typeface="Calibri"/>
                <a:cs typeface="Calibri"/>
                <a:sym typeface="Calibri"/>
              </a:rPr>
              <a:t>Numérotation lignes</a:t>
            </a:r>
            <a:endParaRPr sz="3200">
              <a:solidFill>
                <a:schemeClr val="accent5"/>
              </a:solidFill>
              <a:latin typeface="Calibri"/>
              <a:ea typeface="Calibri"/>
              <a:cs typeface="Calibri"/>
              <a:sym typeface="Calibri"/>
            </a:endParaRPr>
          </a:p>
        </p:txBody>
      </p:sp>
      <p:sp>
        <p:nvSpPr>
          <p:cNvPr id="214" name="Google Shape;214;p21"/>
          <p:cNvSpPr/>
          <p:nvPr/>
        </p:nvSpPr>
        <p:spPr>
          <a:xfrm>
            <a:off x="5512800" y="7843250"/>
            <a:ext cx="4414800" cy="677100"/>
          </a:xfrm>
          <a:prstGeom prst="roundRect">
            <a:avLst>
              <a:gd fmla="val 16667" name="adj"/>
            </a:avLst>
          </a:prstGeom>
          <a:noFill/>
          <a:ln cap="flat" cmpd="sng" w="76200">
            <a:solidFill>
              <a:srgbClr val="008A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15" name="Google Shape;215;p21"/>
          <p:cNvSpPr/>
          <p:nvPr/>
        </p:nvSpPr>
        <p:spPr>
          <a:xfrm>
            <a:off x="393700" y="7843550"/>
            <a:ext cx="4880700" cy="677100"/>
          </a:xfrm>
          <a:prstGeom prst="roundRect">
            <a:avLst>
              <a:gd fmla="val 16667" name="adj"/>
            </a:avLst>
          </a:prstGeom>
          <a:noFill/>
          <a:ln cap="flat" cmpd="sng" w="76200">
            <a:solidFill>
              <a:srgbClr val="008A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3200">
                <a:solidFill>
                  <a:schemeClr val="dk1"/>
                </a:solidFill>
                <a:latin typeface="Calibri"/>
                <a:ea typeface="Calibri"/>
                <a:cs typeface="Calibri"/>
                <a:sym typeface="Calibri"/>
              </a:rPr>
              <a:t>✨ </a:t>
            </a:r>
            <a:r>
              <a:rPr lang="en-US" sz="3200">
                <a:solidFill>
                  <a:schemeClr val="accent5"/>
                </a:solidFill>
                <a:latin typeface="Calibri"/>
                <a:ea typeface="Calibri"/>
                <a:cs typeface="Calibri"/>
                <a:sym typeface="Calibri"/>
              </a:rPr>
              <a:t>Coloration syntaxique</a:t>
            </a:r>
            <a:endParaRPr>
              <a:latin typeface="Calibri"/>
              <a:ea typeface="Calibri"/>
              <a:cs typeface="Calibri"/>
              <a:sym typeface="Calibri"/>
            </a:endParaRPr>
          </a:p>
        </p:txBody>
      </p:sp>
      <p:sp>
        <p:nvSpPr>
          <p:cNvPr id="216" name="Google Shape;216;p21"/>
          <p:cNvSpPr/>
          <p:nvPr/>
        </p:nvSpPr>
        <p:spPr>
          <a:xfrm>
            <a:off x="10166000" y="7843250"/>
            <a:ext cx="3359100" cy="643200"/>
          </a:xfrm>
          <a:prstGeom prst="roundRect">
            <a:avLst>
              <a:gd fmla="val 16667" name="adj"/>
            </a:avLst>
          </a:prstGeom>
          <a:noFill/>
          <a:ln cap="flat" cmpd="sng" w="76200">
            <a:solidFill>
              <a:srgbClr val="008A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3200">
                <a:solidFill>
                  <a:schemeClr val="dk1"/>
                </a:solidFill>
                <a:latin typeface="Calibri"/>
                <a:ea typeface="Calibri"/>
                <a:cs typeface="Calibri"/>
                <a:sym typeface="Calibri"/>
              </a:rPr>
              <a:t>⚡</a:t>
            </a:r>
            <a:r>
              <a:rPr lang="en-US" sz="3200">
                <a:solidFill>
                  <a:srgbClr val="008AFF"/>
                </a:solidFill>
                <a:latin typeface="Calibri"/>
                <a:ea typeface="Calibri"/>
                <a:cs typeface="Calibri"/>
                <a:sym typeface="Calibri"/>
              </a:rPr>
              <a:t> </a:t>
            </a:r>
            <a:r>
              <a:rPr lang="en-US" sz="3200">
                <a:solidFill>
                  <a:schemeClr val="accent5"/>
                </a:solidFill>
                <a:latin typeface="Calibri"/>
                <a:ea typeface="Calibri"/>
                <a:cs typeface="Calibri"/>
                <a:sym typeface="Calibri"/>
              </a:rPr>
              <a:t>Assemblage</a:t>
            </a:r>
            <a:endParaRPr>
              <a:latin typeface="Calibri"/>
              <a:ea typeface="Calibri"/>
              <a:cs typeface="Calibri"/>
              <a:sym typeface="Calibri"/>
            </a:endParaRPr>
          </a:p>
        </p:txBody>
      </p:sp>
      <p:sp>
        <p:nvSpPr>
          <p:cNvPr id="217" name="Google Shape;217;p21"/>
          <p:cNvSpPr/>
          <p:nvPr/>
        </p:nvSpPr>
        <p:spPr>
          <a:xfrm>
            <a:off x="13763500" y="7826300"/>
            <a:ext cx="3636000" cy="677100"/>
          </a:xfrm>
          <a:prstGeom prst="roundRect">
            <a:avLst>
              <a:gd fmla="val 16667" name="adj"/>
            </a:avLst>
          </a:prstGeom>
          <a:noFill/>
          <a:ln cap="flat" cmpd="sng" w="76200">
            <a:solidFill>
              <a:srgbClr val="008A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3200">
                <a:solidFill>
                  <a:schemeClr val="dk1"/>
                </a:solidFill>
                <a:latin typeface="Calibri"/>
                <a:ea typeface="Calibri"/>
                <a:cs typeface="Calibri"/>
                <a:sym typeface="Calibri"/>
              </a:rPr>
              <a:t>🏷️</a:t>
            </a:r>
            <a:r>
              <a:rPr lang="en-US" sz="3200">
                <a:solidFill>
                  <a:schemeClr val="accent5"/>
                </a:solidFill>
                <a:latin typeface="Calibri"/>
                <a:ea typeface="Calibri"/>
                <a:cs typeface="Calibri"/>
                <a:sym typeface="Calibri"/>
              </a:rPr>
              <a:t> Support labels</a:t>
            </a:r>
            <a:endParaRPr>
              <a:latin typeface="Calibri"/>
              <a:ea typeface="Calibri"/>
              <a:cs typeface="Calibri"/>
              <a:sym typeface="Calibri"/>
            </a:endParaRPr>
          </a:p>
        </p:txBody>
      </p:sp>
      <p:sp>
        <p:nvSpPr>
          <p:cNvPr id="218" name="Google Shape;218;p21"/>
          <p:cNvSpPr txBox="1"/>
          <p:nvPr/>
        </p:nvSpPr>
        <p:spPr>
          <a:xfrm>
            <a:off x="959875" y="9376600"/>
            <a:ext cx="1870800" cy="427800"/>
          </a:xfrm>
          <a:prstGeom prst="rect">
            <a:avLst/>
          </a:prstGeom>
          <a:noFill/>
          <a:ln>
            <a:noFill/>
          </a:ln>
        </p:spPr>
        <p:txBody>
          <a:bodyPr anchorCtr="0" anchor="t" bIns="91425" lIns="91425" spcFirstLastPara="1" rIns="91425" wrap="square" tIns="91425">
            <a:spAutoFit/>
          </a:bodyPr>
          <a:lstStyle/>
          <a:p>
            <a:pPr indent="0" lvl="0" marL="0" rtl="0" algn="l">
              <a:lnSpc>
                <a:spcPct val="139873"/>
              </a:lnSpc>
              <a:spcBef>
                <a:spcPts val="0"/>
              </a:spcBef>
              <a:spcAft>
                <a:spcPts val="0"/>
              </a:spcAft>
              <a:buNone/>
            </a:pPr>
            <a:r>
              <a:rPr lang="en-US" sz="1580">
                <a:solidFill>
                  <a:schemeClr val="lt1"/>
                </a:solidFill>
                <a:latin typeface="Montserrat"/>
                <a:ea typeface="Montserrat"/>
                <a:cs typeface="Montserrat"/>
                <a:sym typeface="Montserrat"/>
              </a:rPr>
              <a:t>PAGE 09</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2"/>
          <p:cNvSpPr/>
          <p:nvPr/>
        </p:nvSpPr>
        <p:spPr>
          <a:xfrm>
            <a:off x="3" y="-9"/>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179" r="-179" t="0"/>
            </a:stretch>
          </a:blipFill>
          <a:ln>
            <a:noFill/>
          </a:ln>
        </p:spPr>
      </p:sp>
      <p:sp>
        <p:nvSpPr>
          <p:cNvPr id="224" name="Google Shape;224;p22"/>
          <p:cNvSpPr/>
          <p:nvPr/>
        </p:nvSpPr>
        <p:spPr>
          <a:xfrm>
            <a:off x="533400" y="533400"/>
            <a:ext cx="643255" cy="643255"/>
          </a:xfrm>
          <a:custGeom>
            <a:rect b="b" l="l" r="r" t="t"/>
            <a:pathLst>
              <a:path extrusionOk="0" h="643255" w="643255">
                <a:moveTo>
                  <a:pt x="0" y="0"/>
                </a:moveTo>
                <a:lnTo>
                  <a:pt x="643254" y="0"/>
                </a:lnTo>
                <a:lnTo>
                  <a:pt x="643254" y="643254"/>
                </a:lnTo>
                <a:lnTo>
                  <a:pt x="0" y="643254"/>
                </a:lnTo>
                <a:lnTo>
                  <a:pt x="0" y="0"/>
                </a:lnTo>
                <a:close/>
              </a:path>
            </a:pathLst>
          </a:custGeom>
          <a:blipFill rotWithShape="1">
            <a:blip r:embed="rId4">
              <a:alphaModFix/>
            </a:blip>
            <a:stretch>
              <a:fillRect b="0" l="0" r="0" t="0"/>
            </a:stretch>
          </a:blipFill>
          <a:ln>
            <a:noFill/>
          </a:ln>
        </p:spPr>
      </p:sp>
      <p:sp>
        <p:nvSpPr>
          <p:cNvPr id="225" name="Google Shape;225;p22"/>
          <p:cNvSpPr/>
          <p:nvPr/>
        </p:nvSpPr>
        <p:spPr>
          <a:xfrm>
            <a:off x="2078990" y="9611360"/>
            <a:ext cx="1058400" cy="274200"/>
          </a:xfrm>
          <a:prstGeom prst="rect">
            <a:avLst/>
          </a:prstGeom>
          <a:noFill/>
          <a:ln>
            <a:noFill/>
          </a:ln>
        </p:spPr>
        <p:txBody>
          <a:bodyPr anchorCtr="0" anchor="t" bIns="0" lIns="0" spcFirstLastPara="1" rIns="0" wrap="square" tIns="0">
            <a:noAutofit/>
          </a:bodyPr>
          <a:lstStyle/>
          <a:p>
            <a:pPr indent="0" lvl="0" marL="0" marR="0" rtl="0" algn="l">
              <a:lnSpc>
                <a:spcPct val="139873"/>
              </a:lnSpc>
              <a:spcBef>
                <a:spcPts val="0"/>
              </a:spcBef>
              <a:spcAft>
                <a:spcPts val="0"/>
              </a:spcAft>
              <a:buClr>
                <a:srgbClr val="FFFFFF"/>
              </a:buClr>
              <a:buSzPts val="1580"/>
              <a:buFont typeface="Montserrat"/>
              <a:buNone/>
            </a:pPr>
            <a:r>
              <a:rPr b="0" i="0" lang="en-US" sz="1580" u="none" cap="none" strike="noStrike">
                <a:solidFill>
                  <a:srgbClr val="FFFFFF"/>
                </a:solidFill>
                <a:latin typeface="Montserrat"/>
                <a:ea typeface="Montserrat"/>
                <a:cs typeface="Montserrat"/>
                <a:sym typeface="Montserrat"/>
              </a:rPr>
              <a:t>PAGE </a:t>
            </a:r>
            <a:r>
              <a:rPr lang="en-US" sz="1580">
                <a:solidFill>
                  <a:srgbClr val="FFFFFF"/>
                </a:solidFill>
                <a:latin typeface="Montserrat"/>
                <a:ea typeface="Montserrat"/>
                <a:cs typeface="Montserrat"/>
                <a:sym typeface="Montserrat"/>
              </a:rPr>
              <a:t>10</a:t>
            </a:r>
            <a:endParaRPr b="0" i="0" sz="1580" u="none" cap="none" strike="noStrike">
              <a:solidFill>
                <a:srgbClr val="FFFFFF"/>
              </a:solidFill>
              <a:latin typeface="Montserrat"/>
              <a:ea typeface="Montserrat"/>
              <a:cs typeface="Montserrat"/>
              <a:sym typeface="Montserrat"/>
            </a:endParaRPr>
          </a:p>
        </p:txBody>
      </p:sp>
      <p:sp>
        <p:nvSpPr>
          <p:cNvPr id="226" name="Google Shape;226;p22"/>
          <p:cNvSpPr/>
          <p:nvPr/>
        </p:nvSpPr>
        <p:spPr>
          <a:xfrm>
            <a:off x="4472700" y="558950"/>
            <a:ext cx="9342600" cy="950400"/>
          </a:xfrm>
          <a:prstGeom prst="rect">
            <a:avLst/>
          </a:prstGeom>
          <a:noFill/>
          <a:ln>
            <a:noFill/>
          </a:ln>
        </p:spPr>
        <p:txBody>
          <a:bodyPr anchorCtr="0" anchor="t" bIns="0" lIns="0" spcFirstLastPara="1" rIns="0" wrap="square" tIns="0">
            <a:noAutofit/>
          </a:bodyPr>
          <a:lstStyle/>
          <a:p>
            <a:pPr indent="0" lvl="0" marL="0" rtl="0" algn="l">
              <a:lnSpc>
                <a:spcPct val="131023"/>
              </a:lnSpc>
              <a:spcBef>
                <a:spcPts val="0"/>
              </a:spcBef>
              <a:spcAft>
                <a:spcPts val="0"/>
              </a:spcAft>
              <a:buClr>
                <a:schemeClr val="lt1"/>
              </a:buClr>
              <a:buSzPts val="6869"/>
              <a:buFont typeface="Montserrat"/>
              <a:buNone/>
            </a:pPr>
            <a:r>
              <a:rPr b="1" lang="en-US" sz="3800">
                <a:solidFill>
                  <a:schemeClr val="lt1"/>
                </a:solidFill>
                <a:latin typeface="Montserrat"/>
                <a:ea typeface="Montserrat"/>
                <a:cs typeface="Montserrat"/>
                <a:sym typeface="Montserrat"/>
              </a:rPr>
              <a:t>EXEMPLE COMPLET D'ASSEMBLAGE</a:t>
            </a:r>
            <a:endParaRPr b="1" sz="3800">
              <a:solidFill>
                <a:schemeClr val="lt1"/>
              </a:solidFill>
              <a:latin typeface="Montserrat"/>
              <a:ea typeface="Montserrat"/>
              <a:cs typeface="Montserrat"/>
              <a:sym typeface="Montserrat"/>
            </a:endParaRPr>
          </a:p>
          <a:p>
            <a:pPr indent="0" lvl="0" marL="0" marR="0" rtl="0" algn="l">
              <a:lnSpc>
                <a:spcPct val="131004"/>
              </a:lnSpc>
              <a:spcBef>
                <a:spcPts val="0"/>
              </a:spcBef>
              <a:spcAft>
                <a:spcPts val="0"/>
              </a:spcAft>
              <a:buClr>
                <a:srgbClr val="FFFFFF"/>
              </a:buClr>
              <a:buSzPts val="6870"/>
              <a:buFont typeface="Montserrat"/>
              <a:buNone/>
            </a:pPr>
            <a:r>
              <a:t/>
            </a:r>
            <a:endParaRPr b="1" sz="4800">
              <a:solidFill>
                <a:srgbClr val="FFFFFF"/>
              </a:solidFill>
              <a:latin typeface="Montserrat"/>
              <a:ea typeface="Montserrat"/>
              <a:cs typeface="Montserrat"/>
              <a:sym typeface="Montserrat"/>
            </a:endParaRPr>
          </a:p>
        </p:txBody>
      </p:sp>
      <p:sp>
        <p:nvSpPr>
          <p:cNvPr id="227" name="Google Shape;227;p22"/>
          <p:cNvSpPr/>
          <p:nvPr/>
        </p:nvSpPr>
        <p:spPr>
          <a:xfrm>
            <a:off x="1667975" y="2985575"/>
            <a:ext cx="6868200" cy="3483600"/>
          </a:xfrm>
          <a:prstGeom prst="rect">
            <a:avLst/>
          </a:prstGeom>
          <a:noFill/>
          <a:ln>
            <a:noFill/>
          </a:ln>
        </p:spPr>
        <p:txBody>
          <a:bodyPr anchorCtr="0" anchor="t" bIns="0" lIns="0" spcFirstLastPara="1" rIns="0" wrap="square" tIns="0">
            <a:noAutofit/>
          </a:bodyPr>
          <a:lstStyle/>
          <a:p>
            <a:pPr indent="0" lvl="0" marL="0" rtl="0" algn="l">
              <a:lnSpc>
                <a:spcPct val="130769"/>
              </a:lnSpc>
              <a:spcBef>
                <a:spcPts val="0"/>
              </a:spcBef>
              <a:spcAft>
                <a:spcPts val="0"/>
              </a:spcAft>
              <a:buClr>
                <a:schemeClr val="dk1"/>
              </a:buClr>
              <a:buSzPts val="1100"/>
              <a:buFont typeface="Arial"/>
              <a:buNone/>
            </a:pPr>
            <a:r>
              <a:rPr lang="en-US" sz="2560">
                <a:solidFill>
                  <a:srgbClr val="FFFFFF"/>
                </a:solidFill>
                <a:latin typeface="Montserrat"/>
                <a:ea typeface="Montserrat"/>
                <a:cs typeface="Montserrat"/>
                <a:sym typeface="Montserrat"/>
              </a:rPr>
              <a:t>                                      </a:t>
            </a:r>
            <a:endParaRPr sz="3100">
              <a:solidFill>
                <a:schemeClr val="lt1"/>
              </a:solidFill>
              <a:latin typeface="Montserrat"/>
              <a:ea typeface="Montserrat"/>
              <a:cs typeface="Montserrat"/>
              <a:sym typeface="Montserrat"/>
            </a:endParaRPr>
          </a:p>
        </p:txBody>
      </p:sp>
      <p:sp>
        <p:nvSpPr>
          <p:cNvPr id="228" name="Google Shape;228;p22"/>
          <p:cNvSpPr/>
          <p:nvPr/>
        </p:nvSpPr>
        <p:spPr>
          <a:xfrm>
            <a:off x="1176650" y="1509350"/>
            <a:ext cx="6868200" cy="6149400"/>
          </a:xfrm>
          <a:prstGeom prst="roundRect">
            <a:avLst>
              <a:gd fmla="val 16667" name="adj"/>
            </a:avLst>
          </a:prstGeom>
          <a:noFill/>
          <a:ln cap="flat" cmpd="sng" w="762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30769"/>
              </a:lnSpc>
              <a:spcBef>
                <a:spcPts val="0"/>
              </a:spcBef>
              <a:spcAft>
                <a:spcPts val="0"/>
              </a:spcAft>
              <a:buNone/>
            </a:pPr>
            <a:r>
              <a:rPr lang="en-US" sz="2560">
                <a:solidFill>
                  <a:schemeClr val="lt1"/>
                </a:solidFill>
                <a:latin typeface="Montserrat"/>
                <a:ea typeface="Montserrat"/>
                <a:cs typeface="Montserrat"/>
                <a:sym typeface="Montserrat"/>
              </a:rPr>
              <a:t>      </a:t>
            </a:r>
            <a:r>
              <a:rPr b="1" lang="en-US" sz="3100">
                <a:solidFill>
                  <a:schemeClr val="accent1"/>
                </a:solidFill>
                <a:latin typeface="Montserrat"/>
                <a:ea typeface="Montserrat"/>
                <a:cs typeface="Montserrat"/>
                <a:sym typeface="Montserrat"/>
              </a:rPr>
              <a:t>🔍 PASSE 1 - Résultat</a:t>
            </a:r>
            <a:endParaRPr b="1" sz="3100">
              <a:solidFill>
                <a:schemeClr val="accent1"/>
              </a:solidFill>
              <a:latin typeface="Montserrat"/>
              <a:ea typeface="Montserrat"/>
              <a:cs typeface="Montserrat"/>
              <a:sym typeface="Montserrat"/>
            </a:endParaRPr>
          </a:p>
          <a:p>
            <a:pPr indent="0" lvl="0" marL="0" rtl="0" algn="l">
              <a:lnSpc>
                <a:spcPct val="115000"/>
              </a:lnSpc>
              <a:spcBef>
                <a:spcPts val="0"/>
              </a:spcBef>
              <a:spcAft>
                <a:spcPts val="0"/>
              </a:spcAft>
              <a:buNone/>
            </a:pPr>
            <a:r>
              <a:rPr b="1" i="1" lang="en-US" sz="2700">
                <a:solidFill>
                  <a:schemeClr val="lt1"/>
                </a:solidFill>
              </a:rPr>
              <a:t>Table des Symboles:</a:t>
            </a:r>
            <a:endParaRPr b="1" i="1" sz="1750">
              <a:solidFill>
                <a:srgbClr val="030712"/>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lang="en-US" sz="2200">
                <a:solidFill>
                  <a:schemeClr val="lt1"/>
                </a:solidFill>
                <a:latin typeface="Montserrat"/>
                <a:ea typeface="Montserrat"/>
                <a:cs typeface="Montserrat"/>
                <a:sym typeface="Montserrat"/>
              </a:rPr>
              <a:t>DEBUT = $8000</a:t>
            </a:r>
            <a:endParaRPr sz="22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rPr lang="en-US" sz="2200">
                <a:solidFill>
                  <a:schemeClr val="lt1"/>
                </a:solidFill>
                <a:latin typeface="Montserrat"/>
                <a:ea typeface="Montserrat"/>
                <a:cs typeface="Montserrat"/>
                <a:sym typeface="Montserrat"/>
              </a:rPr>
              <a:t>BOUCLE = $8007</a:t>
            </a:r>
            <a:endParaRPr sz="1750">
              <a:solidFill>
                <a:srgbClr val="030712"/>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i="1" lang="en-US" sz="2700">
                <a:solidFill>
                  <a:schemeClr val="lt1"/>
                </a:solidFill>
              </a:rPr>
              <a:t>Adresses calculées:</a:t>
            </a:r>
            <a:endParaRPr b="1" i="1" sz="2350">
              <a:solidFill>
                <a:schemeClr val="lt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lang="en-US" sz="2200">
                <a:solidFill>
                  <a:schemeClr val="lt1"/>
                </a:solidFill>
                <a:latin typeface="Montserrat"/>
                <a:ea typeface="Montserrat"/>
                <a:cs typeface="Montserrat"/>
                <a:sym typeface="Montserrat"/>
              </a:rPr>
              <a:t>$8000: LDA #$42 (2 bytes)</a:t>
            </a:r>
            <a:endParaRPr sz="22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rPr lang="en-US" sz="2200">
                <a:solidFill>
                  <a:schemeClr val="lt1"/>
                </a:solidFill>
                <a:latin typeface="Montserrat"/>
                <a:ea typeface="Montserrat"/>
                <a:cs typeface="Montserrat"/>
                <a:sym typeface="Montserrat"/>
              </a:rPr>
              <a:t>$8002: ADDA $20 (2 bytes)</a:t>
            </a:r>
            <a:endParaRPr sz="22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rPr lang="en-US" sz="2200">
                <a:solidFill>
                  <a:schemeClr val="lt1"/>
                </a:solidFill>
                <a:latin typeface="Montserrat"/>
                <a:ea typeface="Montserrat"/>
                <a:cs typeface="Montserrat"/>
                <a:sym typeface="Montserrat"/>
              </a:rPr>
              <a:t>$8004: STA $2000 (3 bytes)</a:t>
            </a:r>
            <a:endParaRPr sz="22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rPr lang="en-US" sz="2200">
                <a:solidFill>
                  <a:schemeClr val="lt1"/>
                </a:solidFill>
                <a:latin typeface="Montserrat"/>
                <a:ea typeface="Montserrat"/>
                <a:cs typeface="Montserrat"/>
                <a:sym typeface="Montserrat"/>
              </a:rPr>
              <a:t>$8007: INCA (1 byte)</a:t>
            </a:r>
            <a:endParaRPr sz="22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rPr lang="en-US" sz="2200">
                <a:solidFill>
                  <a:schemeClr val="lt1"/>
                </a:solidFill>
                <a:latin typeface="Montserrat"/>
                <a:ea typeface="Montserrat"/>
                <a:cs typeface="Montserrat"/>
                <a:sym typeface="Montserrat"/>
              </a:rPr>
              <a:t>$8008: CMPA #$60 (2 bytes)</a:t>
            </a:r>
            <a:endParaRPr sz="22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rPr lang="en-US" sz="2200">
                <a:solidFill>
                  <a:schemeClr val="lt1"/>
                </a:solidFill>
                <a:latin typeface="Montserrat"/>
                <a:ea typeface="Montserrat"/>
                <a:cs typeface="Montserrat"/>
                <a:sym typeface="Montserrat"/>
              </a:rPr>
              <a:t>$800A: BNE BOUCLE (2 bytes)</a:t>
            </a:r>
            <a:endParaRPr sz="22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rPr lang="en-US" sz="2200">
                <a:solidFill>
                  <a:schemeClr val="lt1"/>
                </a:solidFill>
                <a:latin typeface="Montserrat"/>
                <a:ea typeface="Montserrat"/>
                <a:cs typeface="Montserrat"/>
                <a:sym typeface="Montserrat"/>
              </a:rPr>
              <a:t>$800C: SWI (1 byte)</a:t>
            </a:r>
            <a:endParaRPr sz="3100">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a:latin typeface="Calibri"/>
              <a:ea typeface="Calibri"/>
              <a:cs typeface="Calibri"/>
              <a:sym typeface="Calibri"/>
            </a:endParaRPr>
          </a:p>
        </p:txBody>
      </p:sp>
      <p:sp>
        <p:nvSpPr>
          <p:cNvPr id="229" name="Google Shape;229;p22"/>
          <p:cNvSpPr/>
          <p:nvPr/>
        </p:nvSpPr>
        <p:spPr>
          <a:xfrm>
            <a:off x="9188125" y="1509350"/>
            <a:ext cx="7756500" cy="6149400"/>
          </a:xfrm>
          <a:prstGeom prst="roundRect">
            <a:avLst>
              <a:gd fmla="val 16667" name="adj"/>
            </a:avLst>
          </a:prstGeom>
          <a:no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30769"/>
              </a:lnSpc>
              <a:spcBef>
                <a:spcPts val="0"/>
              </a:spcBef>
              <a:spcAft>
                <a:spcPts val="0"/>
              </a:spcAft>
              <a:buNone/>
            </a:pPr>
            <a:r>
              <a:rPr lang="en-US" sz="3100">
                <a:solidFill>
                  <a:schemeClr val="lt1"/>
                </a:solidFill>
                <a:latin typeface="Montserrat"/>
                <a:ea typeface="Montserrat"/>
                <a:cs typeface="Montserrat"/>
                <a:sym typeface="Montserrat"/>
              </a:rPr>
              <a:t>  </a:t>
            </a:r>
            <a:r>
              <a:rPr b="1" lang="en-US" sz="3060">
                <a:solidFill>
                  <a:srgbClr val="6AA84F"/>
                </a:solidFill>
                <a:latin typeface="Montserrat"/>
                <a:ea typeface="Montserrat"/>
                <a:cs typeface="Montserrat"/>
                <a:sym typeface="Montserrat"/>
              </a:rPr>
              <a:t> ⚡ PASSE 2 - Code Machine</a:t>
            </a:r>
            <a:endParaRPr b="1" sz="3600">
              <a:solidFill>
                <a:srgbClr val="6AA84F"/>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b="1" i="1" lang="en-US" sz="2700">
                <a:solidFill>
                  <a:schemeClr val="lt1"/>
                </a:solidFill>
              </a:rPr>
              <a:t>Opcodes générés:</a:t>
            </a:r>
            <a:endParaRPr sz="22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US" sz="2200">
                <a:solidFill>
                  <a:schemeClr val="lt1"/>
                </a:solidFill>
                <a:latin typeface="Montserrat"/>
                <a:ea typeface="Montserrat"/>
                <a:cs typeface="Montserrat"/>
                <a:sym typeface="Montserrat"/>
              </a:rPr>
              <a:t>$8000: 86 42 → LDA #$42</a:t>
            </a:r>
            <a:endParaRPr sz="22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US" sz="2200">
                <a:solidFill>
                  <a:schemeClr val="lt1"/>
                </a:solidFill>
                <a:latin typeface="Montserrat"/>
                <a:ea typeface="Montserrat"/>
                <a:cs typeface="Montserrat"/>
                <a:sym typeface="Montserrat"/>
              </a:rPr>
              <a:t>$8002: 9B 20 → ADDA $20</a:t>
            </a:r>
            <a:endParaRPr sz="22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US" sz="2200">
                <a:solidFill>
                  <a:schemeClr val="lt1"/>
                </a:solidFill>
                <a:latin typeface="Montserrat"/>
                <a:ea typeface="Montserrat"/>
                <a:cs typeface="Montserrat"/>
                <a:sym typeface="Montserrat"/>
              </a:rPr>
              <a:t>$8004: B7 20 00 → STA $2000</a:t>
            </a:r>
            <a:endParaRPr sz="22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US" sz="2200">
                <a:solidFill>
                  <a:schemeClr val="lt1"/>
                </a:solidFill>
                <a:latin typeface="Montserrat"/>
                <a:ea typeface="Montserrat"/>
                <a:cs typeface="Montserrat"/>
                <a:sym typeface="Montserrat"/>
              </a:rPr>
              <a:t>$8007: 4C → INCA</a:t>
            </a:r>
            <a:endParaRPr sz="22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US" sz="2200">
                <a:solidFill>
                  <a:schemeClr val="lt1"/>
                </a:solidFill>
                <a:latin typeface="Montserrat"/>
                <a:ea typeface="Montserrat"/>
                <a:cs typeface="Montserrat"/>
                <a:sym typeface="Montserrat"/>
              </a:rPr>
              <a:t>$8008: 81 60 → CMPA #$60</a:t>
            </a:r>
            <a:endParaRPr sz="22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US" sz="2200">
                <a:solidFill>
                  <a:schemeClr val="lt1"/>
                </a:solidFill>
                <a:latin typeface="Montserrat"/>
                <a:ea typeface="Montserrat"/>
                <a:cs typeface="Montserrat"/>
                <a:sym typeface="Montserrat"/>
              </a:rPr>
              <a:t>$800A: 26 FB → BNE -5</a:t>
            </a:r>
            <a:endParaRPr sz="22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US" sz="2200">
                <a:solidFill>
                  <a:schemeClr val="lt1"/>
                </a:solidFill>
                <a:latin typeface="Montserrat"/>
                <a:ea typeface="Montserrat"/>
                <a:cs typeface="Montserrat"/>
                <a:sym typeface="Montserrat"/>
              </a:rPr>
              <a:t>(offset: $8007-($800A+2)= -5 (décimal) ; offset = $FB (en complément à 2)) </a:t>
            </a:r>
            <a:endParaRPr sz="22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rPr lang="en-US" sz="2200">
                <a:solidFill>
                  <a:schemeClr val="lt1"/>
                </a:solidFill>
                <a:latin typeface="Montserrat"/>
                <a:ea typeface="Montserrat"/>
                <a:cs typeface="Montserrat"/>
                <a:sym typeface="Montserrat"/>
              </a:rPr>
              <a:t>$800C: 3F → SWI/END</a:t>
            </a:r>
            <a:endParaRPr sz="3100">
              <a:solidFill>
                <a:schemeClr val="lt1"/>
              </a:solidFill>
              <a:latin typeface="Montserrat"/>
              <a:ea typeface="Montserrat"/>
              <a:cs typeface="Montserrat"/>
              <a:sym typeface="Montserrat"/>
            </a:endParaRPr>
          </a:p>
        </p:txBody>
      </p:sp>
      <p:sp>
        <p:nvSpPr>
          <p:cNvPr id="230" name="Google Shape;230;p22"/>
          <p:cNvSpPr txBox="1"/>
          <p:nvPr/>
        </p:nvSpPr>
        <p:spPr>
          <a:xfrm>
            <a:off x="318050" y="7945400"/>
            <a:ext cx="17493000" cy="950400"/>
          </a:xfrm>
          <a:prstGeom prst="rect">
            <a:avLst/>
          </a:prstGeom>
          <a:noFill/>
          <a:ln cap="flat" cmpd="sng" w="9525">
            <a:solidFill>
              <a:srgbClr val="00D4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i="1" lang="en-US" sz="3800">
                <a:solidFill>
                  <a:schemeClr val="lt1"/>
                </a:solidFill>
              </a:rPr>
              <a:t>📦 Code machine final:</a:t>
            </a:r>
            <a:r>
              <a:rPr lang="en-US" sz="3800">
                <a:solidFill>
                  <a:schemeClr val="lt1"/>
                </a:solidFill>
              </a:rPr>
              <a:t> 86 42 9B 20 B7 20 00 4C 81 60 26 FB 3F (13 bytes)</a:t>
            </a:r>
            <a:endParaRPr sz="5000">
              <a:solidFill>
                <a:srgbClr val="008AFF"/>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3"/>
          <p:cNvSpPr/>
          <p:nvPr/>
        </p:nvSpPr>
        <p:spPr>
          <a:xfrm>
            <a:off x="3" y="-9"/>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179" r="-179" t="0"/>
            </a:stretch>
          </a:blipFill>
          <a:ln>
            <a:noFill/>
          </a:ln>
        </p:spPr>
      </p:sp>
      <p:sp>
        <p:nvSpPr>
          <p:cNvPr id="236" name="Google Shape;236;p23"/>
          <p:cNvSpPr/>
          <p:nvPr/>
        </p:nvSpPr>
        <p:spPr>
          <a:xfrm>
            <a:off x="533400" y="533400"/>
            <a:ext cx="643255" cy="643255"/>
          </a:xfrm>
          <a:custGeom>
            <a:rect b="b" l="l" r="r" t="t"/>
            <a:pathLst>
              <a:path extrusionOk="0" h="643255" w="643255">
                <a:moveTo>
                  <a:pt x="0" y="0"/>
                </a:moveTo>
                <a:lnTo>
                  <a:pt x="643254" y="0"/>
                </a:lnTo>
                <a:lnTo>
                  <a:pt x="643254" y="643254"/>
                </a:lnTo>
                <a:lnTo>
                  <a:pt x="0" y="643254"/>
                </a:lnTo>
                <a:lnTo>
                  <a:pt x="0" y="0"/>
                </a:lnTo>
                <a:close/>
              </a:path>
            </a:pathLst>
          </a:custGeom>
          <a:blipFill rotWithShape="1">
            <a:blip r:embed="rId4">
              <a:alphaModFix/>
            </a:blip>
            <a:stretch>
              <a:fillRect b="0" l="0" r="0" t="0"/>
            </a:stretch>
          </a:blipFill>
          <a:ln>
            <a:noFill/>
          </a:ln>
        </p:spPr>
      </p:sp>
      <p:sp>
        <p:nvSpPr>
          <p:cNvPr id="237" name="Google Shape;237;p23"/>
          <p:cNvSpPr/>
          <p:nvPr/>
        </p:nvSpPr>
        <p:spPr>
          <a:xfrm>
            <a:off x="2078990" y="9611360"/>
            <a:ext cx="1058400" cy="274200"/>
          </a:xfrm>
          <a:prstGeom prst="rect">
            <a:avLst/>
          </a:prstGeom>
          <a:noFill/>
          <a:ln>
            <a:noFill/>
          </a:ln>
        </p:spPr>
        <p:txBody>
          <a:bodyPr anchorCtr="0" anchor="t" bIns="0" lIns="0" spcFirstLastPara="1" rIns="0" wrap="square" tIns="0">
            <a:noAutofit/>
          </a:bodyPr>
          <a:lstStyle/>
          <a:p>
            <a:pPr indent="0" lvl="0" marL="0" marR="0" rtl="0" algn="l">
              <a:lnSpc>
                <a:spcPct val="139873"/>
              </a:lnSpc>
              <a:spcBef>
                <a:spcPts val="0"/>
              </a:spcBef>
              <a:spcAft>
                <a:spcPts val="0"/>
              </a:spcAft>
              <a:buClr>
                <a:srgbClr val="FFFFFF"/>
              </a:buClr>
              <a:buSzPts val="1580"/>
              <a:buFont typeface="Montserrat"/>
              <a:buNone/>
            </a:pPr>
            <a:r>
              <a:rPr b="0" i="0" lang="en-US" sz="1580" u="none" cap="none" strike="noStrike">
                <a:solidFill>
                  <a:srgbClr val="FFFFFF"/>
                </a:solidFill>
                <a:latin typeface="Montserrat"/>
                <a:ea typeface="Montserrat"/>
                <a:cs typeface="Montserrat"/>
                <a:sym typeface="Montserrat"/>
              </a:rPr>
              <a:t>PAGE </a:t>
            </a:r>
            <a:r>
              <a:rPr lang="en-US" sz="1580">
                <a:solidFill>
                  <a:srgbClr val="FFFFFF"/>
                </a:solidFill>
                <a:latin typeface="Montserrat"/>
                <a:ea typeface="Montserrat"/>
                <a:cs typeface="Montserrat"/>
                <a:sym typeface="Montserrat"/>
              </a:rPr>
              <a:t>11</a:t>
            </a:r>
            <a:endParaRPr b="0" i="0" sz="1580" u="none" cap="none" strike="noStrike">
              <a:solidFill>
                <a:srgbClr val="FFFFFF"/>
              </a:solidFill>
              <a:latin typeface="Montserrat"/>
              <a:ea typeface="Montserrat"/>
              <a:cs typeface="Montserrat"/>
              <a:sym typeface="Montserrat"/>
            </a:endParaRPr>
          </a:p>
        </p:txBody>
      </p:sp>
      <p:sp>
        <p:nvSpPr>
          <p:cNvPr id="238" name="Google Shape;238;p23"/>
          <p:cNvSpPr/>
          <p:nvPr/>
        </p:nvSpPr>
        <p:spPr>
          <a:xfrm>
            <a:off x="3316100" y="272300"/>
            <a:ext cx="10689300" cy="950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US" sz="3700"/>
              <a:t>🚨 </a:t>
            </a:r>
            <a:r>
              <a:rPr b="1" lang="en-US" sz="3800">
                <a:solidFill>
                  <a:schemeClr val="lt1"/>
                </a:solidFill>
                <a:latin typeface="Montserrat"/>
                <a:ea typeface="Montserrat"/>
                <a:cs typeface="Montserrat"/>
                <a:sym typeface="Montserrat"/>
              </a:rPr>
              <a:t>DETECTION ET GESTION DES ERREURS</a:t>
            </a:r>
            <a:endParaRPr b="1" sz="1700">
              <a:solidFill>
                <a:schemeClr val="dk1"/>
              </a:solidFill>
              <a:highlight>
                <a:srgbClr val="FFFFFF"/>
              </a:highlight>
            </a:endParaRPr>
          </a:p>
          <a:p>
            <a:pPr indent="0" lvl="0" marL="0" rtl="0" algn="l">
              <a:lnSpc>
                <a:spcPct val="131023"/>
              </a:lnSpc>
              <a:spcBef>
                <a:spcPts val="0"/>
              </a:spcBef>
              <a:spcAft>
                <a:spcPts val="0"/>
              </a:spcAft>
              <a:buClr>
                <a:schemeClr val="lt1"/>
              </a:buClr>
              <a:buSzPts val="6869"/>
              <a:buFont typeface="Montserrat"/>
              <a:buNone/>
            </a:pPr>
            <a:r>
              <a:t/>
            </a:r>
            <a:endParaRPr b="1" sz="3800">
              <a:solidFill>
                <a:schemeClr val="lt1"/>
              </a:solidFill>
              <a:latin typeface="Montserrat"/>
              <a:ea typeface="Montserrat"/>
              <a:cs typeface="Montserrat"/>
              <a:sym typeface="Montserrat"/>
            </a:endParaRPr>
          </a:p>
          <a:p>
            <a:pPr indent="0" lvl="0" marL="0" marR="0" rtl="0" algn="l">
              <a:lnSpc>
                <a:spcPct val="131004"/>
              </a:lnSpc>
              <a:spcBef>
                <a:spcPts val="0"/>
              </a:spcBef>
              <a:spcAft>
                <a:spcPts val="0"/>
              </a:spcAft>
              <a:buClr>
                <a:srgbClr val="FFFFFF"/>
              </a:buClr>
              <a:buSzPts val="6870"/>
              <a:buFont typeface="Montserrat"/>
              <a:buNone/>
            </a:pPr>
            <a:r>
              <a:t/>
            </a:r>
            <a:endParaRPr b="1" sz="4800">
              <a:solidFill>
                <a:srgbClr val="FFFFFF"/>
              </a:solidFill>
              <a:latin typeface="Montserrat"/>
              <a:ea typeface="Montserrat"/>
              <a:cs typeface="Montserrat"/>
              <a:sym typeface="Montserrat"/>
            </a:endParaRPr>
          </a:p>
        </p:txBody>
      </p:sp>
      <p:sp>
        <p:nvSpPr>
          <p:cNvPr id="239" name="Google Shape;239;p23"/>
          <p:cNvSpPr/>
          <p:nvPr/>
        </p:nvSpPr>
        <p:spPr>
          <a:xfrm>
            <a:off x="1667975" y="2985575"/>
            <a:ext cx="6868200" cy="3483600"/>
          </a:xfrm>
          <a:prstGeom prst="rect">
            <a:avLst/>
          </a:prstGeom>
          <a:noFill/>
          <a:ln>
            <a:noFill/>
          </a:ln>
        </p:spPr>
        <p:txBody>
          <a:bodyPr anchorCtr="0" anchor="t" bIns="0" lIns="0" spcFirstLastPara="1" rIns="0" wrap="square" tIns="0">
            <a:noAutofit/>
          </a:bodyPr>
          <a:lstStyle/>
          <a:p>
            <a:pPr indent="0" lvl="0" marL="0" rtl="0" algn="l">
              <a:lnSpc>
                <a:spcPct val="130769"/>
              </a:lnSpc>
              <a:spcBef>
                <a:spcPts val="0"/>
              </a:spcBef>
              <a:spcAft>
                <a:spcPts val="0"/>
              </a:spcAft>
              <a:buClr>
                <a:schemeClr val="dk1"/>
              </a:buClr>
              <a:buSzPts val="1100"/>
              <a:buFont typeface="Arial"/>
              <a:buNone/>
            </a:pPr>
            <a:r>
              <a:rPr lang="en-US" sz="2560">
                <a:solidFill>
                  <a:srgbClr val="FFFFFF"/>
                </a:solidFill>
                <a:latin typeface="Montserrat"/>
                <a:ea typeface="Montserrat"/>
                <a:cs typeface="Montserrat"/>
                <a:sym typeface="Montserrat"/>
              </a:rPr>
              <a:t>                                      </a:t>
            </a:r>
            <a:endParaRPr sz="3100">
              <a:solidFill>
                <a:schemeClr val="lt1"/>
              </a:solidFill>
              <a:latin typeface="Montserrat"/>
              <a:ea typeface="Montserrat"/>
              <a:cs typeface="Montserrat"/>
              <a:sym typeface="Montserrat"/>
            </a:endParaRPr>
          </a:p>
        </p:txBody>
      </p:sp>
      <p:sp>
        <p:nvSpPr>
          <p:cNvPr id="240" name="Google Shape;240;p23"/>
          <p:cNvSpPr/>
          <p:nvPr/>
        </p:nvSpPr>
        <p:spPr>
          <a:xfrm>
            <a:off x="1176650" y="1509350"/>
            <a:ext cx="6868200" cy="4311600"/>
          </a:xfrm>
          <a:prstGeom prst="roundRect">
            <a:avLst>
              <a:gd fmla="val 16667" name="adj"/>
            </a:avLst>
          </a:prstGeom>
          <a:noFill/>
          <a:ln cap="flat" cmpd="sng" w="762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30769"/>
              </a:lnSpc>
              <a:spcBef>
                <a:spcPts val="0"/>
              </a:spcBef>
              <a:spcAft>
                <a:spcPts val="0"/>
              </a:spcAft>
              <a:buNone/>
            </a:pPr>
            <a:r>
              <a:rPr lang="en-US" sz="2560">
                <a:solidFill>
                  <a:schemeClr val="lt1"/>
                </a:solidFill>
                <a:latin typeface="Montserrat"/>
                <a:ea typeface="Montserrat"/>
                <a:cs typeface="Montserrat"/>
                <a:sym typeface="Montserrat"/>
              </a:rPr>
              <a:t>            </a:t>
            </a:r>
            <a:r>
              <a:rPr lang="en-US" sz="2560">
                <a:solidFill>
                  <a:srgbClr val="CC0000"/>
                </a:solidFill>
                <a:latin typeface="Montserrat"/>
                <a:ea typeface="Montserrat"/>
                <a:cs typeface="Montserrat"/>
                <a:sym typeface="Montserrat"/>
              </a:rPr>
              <a:t> </a:t>
            </a:r>
            <a:r>
              <a:rPr b="1" lang="en-US" sz="3100">
                <a:solidFill>
                  <a:srgbClr val="CC0000"/>
                </a:solidFill>
                <a:latin typeface="Montserrat"/>
                <a:ea typeface="Montserrat"/>
                <a:cs typeface="Montserrat"/>
                <a:sym typeface="Montserrat"/>
              </a:rPr>
              <a:t>Erreurs </a:t>
            </a:r>
            <a:r>
              <a:rPr b="1" lang="en-US" sz="3100">
                <a:solidFill>
                  <a:srgbClr val="CC0000"/>
                </a:solidFill>
                <a:latin typeface="Montserrat"/>
                <a:ea typeface="Montserrat"/>
                <a:cs typeface="Montserrat"/>
                <a:sym typeface="Montserrat"/>
              </a:rPr>
              <a:t>Passe 1 </a:t>
            </a:r>
            <a:endParaRPr b="1" sz="3100">
              <a:solidFill>
                <a:srgbClr val="CC0000"/>
              </a:solidFill>
              <a:latin typeface="Montserrat"/>
              <a:ea typeface="Montserrat"/>
              <a:cs typeface="Montserrat"/>
              <a:sym typeface="Montserrat"/>
            </a:endParaRPr>
          </a:p>
          <a:p>
            <a:pPr indent="0" lvl="0" marL="457200" rtl="0" algn="l">
              <a:lnSpc>
                <a:spcPct val="115000"/>
              </a:lnSpc>
              <a:spcBef>
                <a:spcPts val="0"/>
              </a:spcBef>
              <a:spcAft>
                <a:spcPts val="0"/>
              </a:spcAft>
              <a:buNone/>
            </a:pPr>
            <a:r>
              <a:rPr b="1" i="1" lang="en-US" sz="2700">
                <a:solidFill>
                  <a:schemeClr val="lt1"/>
                </a:solidFill>
              </a:rPr>
              <a:t>❌ Label déjà défini (doublon)</a:t>
            </a:r>
            <a:endParaRPr b="1" i="1" sz="2700">
              <a:solidFill>
                <a:schemeClr val="lt1"/>
              </a:solidFill>
            </a:endParaRPr>
          </a:p>
          <a:p>
            <a:pPr indent="0" lvl="0" marL="457200" rtl="0" algn="l">
              <a:lnSpc>
                <a:spcPct val="115000"/>
              </a:lnSpc>
              <a:spcBef>
                <a:spcPts val="0"/>
              </a:spcBef>
              <a:spcAft>
                <a:spcPts val="0"/>
              </a:spcAft>
              <a:buNone/>
            </a:pPr>
            <a:r>
              <a:rPr b="1" i="1" lang="en-US" sz="2700">
                <a:solidFill>
                  <a:schemeClr val="lt1"/>
                </a:solidFill>
              </a:rPr>
              <a:t>❌ Directive ORG invalide</a:t>
            </a:r>
            <a:endParaRPr b="1" i="1" sz="2700">
              <a:solidFill>
                <a:schemeClr val="lt1"/>
              </a:solidFill>
            </a:endParaRPr>
          </a:p>
          <a:p>
            <a:pPr indent="0" lvl="0" marL="457200" rtl="0" algn="l">
              <a:lnSpc>
                <a:spcPct val="115000"/>
              </a:lnSpc>
              <a:spcBef>
                <a:spcPts val="0"/>
              </a:spcBef>
              <a:spcAft>
                <a:spcPts val="0"/>
              </a:spcAft>
              <a:buNone/>
            </a:pPr>
            <a:r>
              <a:rPr b="1" i="1" lang="en-US" sz="2700">
                <a:solidFill>
                  <a:schemeClr val="lt1"/>
                </a:solidFill>
              </a:rPr>
              <a:t>❌ Syntaxe ligne incorrecte</a:t>
            </a:r>
            <a:endParaRPr b="1" i="1" sz="2700">
              <a:solidFill>
                <a:schemeClr val="lt1"/>
              </a:solidFill>
            </a:endParaRPr>
          </a:p>
          <a:p>
            <a:pPr indent="0" lvl="0" marL="457200" rtl="0" algn="l">
              <a:lnSpc>
                <a:spcPct val="115000"/>
              </a:lnSpc>
              <a:spcBef>
                <a:spcPts val="0"/>
              </a:spcBef>
              <a:spcAft>
                <a:spcPts val="0"/>
              </a:spcAft>
              <a:buNone/>
            </a:pPr>
            <a:r>
              <a:rPr b="1" i="1" lang="en-US" sz="2700">
                <a:solidFill>
                  <a:schemeClr val="lt1"/>
                </a:solidFill>
              </a:rPr>
              <a:t>❌ Label mal formé</a:t>
            </a:r>
            <a:endParaRPr b="1" i="1" sz="2700">
              <a:solidFill>
                <a:schemeClr val="lt1"/>
              </a:solidFill>
            </a:endParaRPr>
          </a:p>
          <a:p>
            <a:pPr indent="0" lvl="0" marL="457200" rtl="0" algn="l">
              <a:lnSpc>
                <a:spcPct val="115000"/>
              </a:lnSpc>
              <a:spcBef>
                <a:spcPts val="0"/>
              </a:spcBef>
              <a:spcAft>
                <a:spcPts val="0"/>
              </a:spcAft>
              <a:buNone/>
            </a:pPr>
            <a:r>
              <a:rPr b="1" i="1" lang="en-US" sz="2700">
                <a:solidFill>
                  <a:schemeClr val="lt1"/>
                </a:solidFill>
              </a:rPr>
              <a:t>❌ Dépassement mémoire (&gt; 0xFFFF)</a:t>
            </a:r>
            <a:endParaRPr b="1" i="1" sz="1750">
              <a:solidFill>
                <a:srgbClr val="030712"/>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a:latin typeface="Calibri"/>
              <a:ea typeface="Calibri"/>
              <a:cs typeface="Calibri"/>
              <a:sym typeface="Calibri"/>
            </a:endParaRPr>
          </a:p>
        </p:txBody>
      </p:sp>
      <p:sp>
        <p:nvSpPr>
          <p:cNvPr id="241" name="Google Shape;241;p23"/>
          <p:cNvSpPr/>
          <p:nvPr/>
        </p:nvSpPr>
        <p:spPr>
          <a:xfrm>
            <a:off x="8925275" y="1509350"/>
            <a:ext cx="8019300" cy="4311600"/>
          </a:xfrm>
          <a:prstGeom prst="roundRect">
            <a:avLst>
              <a:gd fmla="val 16667" name="adj"/>
            </a:avLst>
          </a:prstGeom>
          <a:noFill/>
          <a:ln cap="flat" cmpd="sng" w="7620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30769"/>
              </a:lnSpc>
              <a:spcBef>
                <a:spcPts val="0"/>
              </a:spcBef>
              <a:spcAft>
                <a:spcPts val="0"/>
              </a:spcAft>
              <a:buNone/>
            </a:pPr>
            <a:r>
              <a:rPr lang="en-US" sz="3100">
                <a:solidFill>
                  <a:schemeClr val="lt1"/>
                </a:solidFill>
                <a:latin typeface="Montserrat"/>
                <a:ea typeface="Montserrat"/>
                <a:cs typeface="Montserrat"/>
                <a:sym typeface="Montserrat"/>
              </a:rPr>
              <a:t>  </a:t>
            </a:r>
            <a:r>
              <a:rPr b="1" lang="en-US" sz="3060">
                <a:solidFill>
                  <a:srgbClr val="6AA84F"/>
                </a:solidFill>
                <a:latin typeface="Montserrat"/>
                <a:ea typeface="Montserrat"/>
                <a:cs typeface="Montserrat"/>
                <a:sym typeface="Montserrat"/>
              </a:rPr>
              <a:t>                </a:t>
            </a:r>
            <a:r>
              <a:rPr b="1" lang="en-US" sz="3060">
                <a:solidFill>
                  <a:srgbClr val="E69138"/>
                </a:solidFill>
                <a:latin typeface="Montserrat"/>
                <a:ea typeface="Montserrat"/>
                <a:cs typeface="Montserrat"/>
                <a:sym typeface="Montserrat"/>
              </a:rPr>
              <a:t>Erreure Passe 2 </a:t>
            </a:r>
            <a:endParaRPr b="1" sz="3600">
              <a:solidFill>
                <a:srgbClr val="E69138"/>
              </a:solidFill>
              <a:latin typeface="Montserrat"/>
              <a:ea typeface="Montserrat"/>
              <a:cs typeface="Montserrat"/>
              <a:sym typeface="Montserrat"/>
            </a:endParaRPr>
          </a:p>
          <a:p>
            <a:pPr indent="0" lvl="0" marL="457200" rtl="0" algn="l">
              <a:lnSpc>
                <a:spcPct val="115000"/>
              </a:lnSpc>
              <a:spcBef>
                <a:spcPts val="0"/>
              </a:spcBef>
              <a:spcAft>
                <a:spcPts val="0"/>
              </a:spcAft>
              <a:buNone/>
            </a:pPr>
            <a:r>
              <a:rPr b="1" i="1" lang="en-US" sz="2700">
                <a:solidFill>
                  <a:schemeClr val="lt1"/>
                </a:solidFill>
              </a:rPr>
              <a:t>❌ Label non défini (référence inconnue)</a:t>
            </a:r>
            <a:endParaRPr b="1" i="1" sz="2700">
              <a:solidFill>
                <a:schemeClr val="lt1"/>
              </a:solidFill>
            </a:endParaRPr>
          </a:p>
          <a:p>
            <a:pPr indent="0" lvl="0" marL="457200" rtl="0" algn="l">
              <a:lnSpc>
                <a:spcPct val="115000"/>
              </a:lnSpc>
              <a:spcBef>
                <a:spcPts val="0"/>
              </a:spcBef>
              <a:spcAft>
                <a:spcPts val="0"/>
              </a:spcAft>
              <a:buNone/>
            </a:pPr>
            <a:r>
              <a:rPr b="1" i="1" lang="en-US" sz="2700">
                <a:solidFill>
                  <a:schemeClr val="lt1"/>
                </a:solidFill>
              </a:rPr>
              <a:t>❌ Mnémonique invalide</a:t>
            </a:r>
            <a:endParaRPr b="1" i="1" sz="2700">
              <a:solidFill>
                <a:schemeClr val="lt1"/>
              </a:solidFill>
            </a:endParaRPr>
          </a:p>
          <a:p>
            <a:pPr indent="0" lvl="0" marL="457200" rtl="0" algn="l">
              <a:lnSpc>
                <a:spcPct val="115000"/>
              </a:lnSpc>
              <a:spcBef>
                <a:spcPts val="0"/>
              </a:spcBef>
              <a:spcAft>
                <a:spcPts val="0"/>
              </a:spcAft>
              <a:buNone/>
            </a:pPr>
            <a:r>
              <a:rPr b="1" i="1" lang="en-US" sz="2700">
                <a:solidFill>
                  <a:schemeClr val="lt1"/>
                </a:solidFill>
              </a:rPr>
              <a:t>❌ Mode d'adressage incompatible</a:t>
            </a:r>
            <a:endParaRPr b="1" i="1" sz="2700">
              <a:solidFill>
                <a:schemeClr val="lt1"/>
              </a:solidFill>
            </a:endParaRPr>
          </a:p>
          <a:p>
            <a:pPr indent="0" lvl="0" marL="457200" rtl="0" algn="l">
              <a:lnSpc>
                <a:spcPct val="115000"/>
              </a:lnSpc>
              <a:spcBef>
                <a:spcPts val="0"/>
              </a:spcBef>
              <a:spcAft>
                <a:spcPts val="0"/>
              </a:spcAft>
              <a:buNone/>
            </a:pPr>
            <a:r>
              <a:rPr b="1" i="1" lang="en-US" sz="2700">
                <a:solidFill>
                  <a:schemeClr val="lt1"/>
                </a:solidFill>
              </a:rPr>
              <a:t>❌ Opérande invalide</a:t>
            </a:r>
            <a:endParaRPr sz="1100">
              <a:solidFill>
                <a:srgbClr val="030712"/>
              </a:solidFill>
              <a:highlight>
                <a:srgbClr val="FFFFFF"/>
              </a:highlight>
            </a:endParaRPr>
          </a:p>
          <a:p>
            <a:pPr indent="0" lvl="0" marL="457200" marR="0" rtl="0" algn="l">
              <a:lnSpc>
                <a:spcPct val="115000"/>
              </a:lnSpc>
              <a:spcBef>
                <a:spcPts val="0"/>
              </a:spcBef>
              <a:spcAft>
                <a:spcPts val="0"/>
              </a:spcAft>
              <a:buNone/>
            </a:pPr>
            <a:r>
              <a:rPr b="1" i="1" lang="en-US" sz="2700">
                <a:solidFill>
                  <a:schemeClr val="lt1"/>
                </a:solidFill>
              </a:rPr>
              <a:t>❌ Offset hors limites (-128 à +127)</a:t>
            </a:r>
            <a:endParaRPr b="1" i="1" sz="2700">
              <a:solidFill>
                <a:schemeClr val="lt1"/>
              </a:solidFill>
            </a:endParaRPr>
          </a:p>
        </p:txBody>
      </p:sp>
      <p:sp>
        <p:nvSpPr>
          <p:cNvPr id="242" name="Google Shape;242;p23"/>
          <p:cNvSpPr txBox="1"/>
          <p:nvPr/>
        </p:nvSpPr>
        <p:spPr>
          <a:xfrm>
            <a:off x="3137400" y="6425700"/>
            <a:ext cx="10689300" cy="2580900"/>
          </a:xfrm>
          <a:prstGeom prst="rect">
            <a:avLst/>
          </a:prstGeom>
          <a:noFill/>
          <a:ln cap="flat" cmpd="sng" w="9525">
            <a:solidFill>
              <a:srgbClr val="00D4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i="1" lang="en-US" sz="3800">
                <a:solidFill>
                  <a:schemeClr val="lt1"/>
                </a:solidFill>
              </a:rPr>
              <a:t>     Exemple d'erreur:</a:t>
            </a:r>
            <a:endParaRPr b="1" sz="1100">
              <a:solidFill>
                <a:srgbClr val="030712"/>
              </a:solidFill>
              <a:highlight>
                <a:srgbClr val="EFF6FF"/>
              </a:highlight>
            </a:endParaRPr>
          </a:p>
          <a:p>
            <a:pPr indent="0" lvl="0" marL="0" rtl="0" algn="l">
              <a:lnSpc>
                <a:spcPct val="115000"/>
              </a:lnSpc>
              <a:spcBef>
                <a:spcPts val="300"/>
              </a:spcBef>
              <a:spcAft>
                <a:spcPts val="0"/>
              </a:spcAft>
              <a:buClr>
                <a:schemeClr val="dk1"/>
              </a:buClr>
              <a:buSzPts val="1100"/>
              <a:buFont typeface="Arial"/>
              <a:buNone/>
            </a:pPr>
            <a:r>
              <a:rPr lang="en-US" sz="3800">
                <a:solidFill>
                  <a:schemeClr val="lt1"/>
                </a:solidFill>
              </a:rPr>
              <a:t>  Ligne 5: Label 'INEXISTANT' non défini</a:t>
            </a:r>
            <a:endParaRPr sz="3800">
              <a:solidFill>
                <a:schemeClr val="lt1"/>
              </a:solidFill>
            </a:endParaRPr>
          </a:p>
          <a:p>
            <a:pPr indent="0" lvl="0" marL="0" rtl="0" algn="l">
              <a:lnSpc>
                <a:spcPct val="115000"/>
              </a:lnSpc>
              <a:spcBef>
                <a:spcPts val="0"/>
              </a:spcBef>
              <a:spcAft>
                <a:spcPts val="0"/>
              </a:spcAft>
              <a:buNone/>
            </a:pPr>
            <a:r>
              <a:rPr lang="en-US" sz="3800">
                <a:solidFill>
                  <a:schemeClr val="lt1"/>
                </a:solidFill>
              </a:rPr>
              <a:t>  Ligne 8: Mode d'adressage invalide pour 'MUL </a:t>
            </a:r>
            <a:endParaRPr sz="5000">
              <a:solidFill>
                <a:srgbClr val="008A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4"/>
          <p:cNvSpPr/>
          <p:nvPr/>
        </p:nvSpPr>
        <p:spPr>
          <a:xfrm>
            <a:off x="12"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179" r="-179" t="0"/>
            </a:stretch>
          </a:blipFill>
          <a:ln>
            <a:noFill/>
          </a:ln>
        </p:spPr>
      </p:sp>
      <p:sp>
        <p:nvSpPr>
          <p:cNvPr id="248" name="Google Shape;248;p24"/>
          <p:cNvSpPr/>
          <p:nvPr/>
        </p:nvSpPr>
        <p:spPr>
          <a:xfrm>
            <a:off x="2078990" y="697865"/>
            <a:ext cx="643255" cy="643255"/>
          </a:xfrm>
          <a:custGeom>
            <a:rect b="b" l="l" r="r" t="t"/>
            <a:pathLst>
              <a:path extrusionOk="0" h="643255" w="643255">
                <a:moveTo>
                  <a:pt x="0" y="0"/>
                </a:moveTo>
                <a:lnTo>
                  <a:pt x="643254" y="0"/>
                </a:lnTo>
                <a:lnTo>
                  <a:pt x="643254" y="643254"/>
                </a:lnTo>
                <a:lnTo>
                  <a:pt x="0" y="643254"/>
                </a:lnTo>
                <a:lnTo>
                  <a:pt x="0" y="0"/>
                </a:lnTo>
                <a:close/>
              </a:path>
            </a:pathLst>
          </a:custGeom>
          <a:blipFill rotWithShape="1">
            <a:blip r:embed="rId4">
              <a:alphaModFix/>
            </a:blip>
            <a:stretch>
              <a:fillRect b="0" l="0" r="0" t="0"/>
            </a:stretch>
          </a:blipFill>
          <a:ln>
            <a:noFill/>
          </a:ln>
        </p:spPr>
      </p:sp>
      <p:sp>
        <p:nvSpPr>
          <p:cNvPr id="249" name="Google Shape;249;p24"/>
          <p:cNvSpPr/>
          <p:nvPr/>
        </p:nvSpPr>
        <p:spPr>
          <a:xfrm>
            <a:off x="2078990" y="9611360"/>
            <a:ext cx="1058400" cy="274200"/>
          </a:xfrm>
          <a:prstGeom prst="rect">
            <a:avLst/>
          </a:prstGeom>
          <a:noFill/>
          <a:ln>
            <a:noFill/>
          </a:ln>
        </p:spPr>
        <p:txBody>
          <a:bodyPr anchorCtr="0" anchor="t" bIns="0" lIns="0" spcFirstLastPara="1" rIns="0" wrap="square" tIns="0">
            <a:noAutofit/>
          </a:bodyPr>
          <a:lstStyle/>
          <a:p>
            <a:pPr indent="0" lvl="0" marL="0" marR="0" rtl="0" algn="l">
              <a:lnSpc>
                <a:spcPct val="139873"/>
              </a:lnSpc>
              <a:spcBef>
                <a:spcPts val="0"/>
              </a:spcBef>
              <a:spcAft>
                <a:spcPts val="0"/>
              </a:spcAft>
              <a:buClr>
                <a:srgbClr val="FFFFFF"/>
              </a:buClr>
              <a:buSzPts val="1580"/>
              <a:buFont typeface="Montserrat"/>
              <a:buNone/>
            </a:pPr>
            <a:r>
              <a:rPr b="0" i="0" lang="en-US" sz="1580" u="none" cap="none" strike="noStrike">
                <a:solidFill>
                  <a:srgbClr val="FFFFFF"/>
                </a:solidFill>
                <a:latin typeface="Montserrat"/>
                <a:ea typeface="Montserrat"/>
                <a:cs typeface="Montserrat"/>
                <a:sym typeface="Montserrat"/>
              </a:rPr>
              <a:t>PAGE </a:t>
            </a:r>
            <a:r>
              <a:rPr lang="en-US" sz="1580">
                <a:solidFill>
                  <a:srgbClr val="FFFFFF"/>
                </a:solidFill>
                <a:latin typeface="Montserrat"/>
                <a:ea typeface="Montserrat"/>
                <a:cs typeface="Montserrat"/>
                <a:sym typeface="Montserrat"/>
              </a:rPr>
              <a:t>12</a:t>
            </a:r>
            <a:endParaRPr b="0" i="0" sz="1580" u="none" cap="none" strike="noStrike">
              <a:solidFill>
                <a:srgbClr val="FFFFFF"/>
              </a:solidFill>
              <a:latin typeface="Montserrat"/>
              <a:ea typeface="Montserrat"/>
              <a:cs typeface="Montserrat"/>
              <a:sym typeface="Montserrat"/>
            </a:endParaRPr>
          </a:p>
        </p:txBody>
      </p:sp>
      <p:sp>
        <p:nvSpPr>
          <p:cNvPr id="250" name="Google Shape;250;p24"/>
          <p:cNvSpPr/>
          <p:nvPr/>
        </p:nvSpPr>
        <p:spPr>
          <a:xfrm>
            <a:off x="783275" y="1806100"/>
            <a:ext cx="16462512" cy="2605173"/>
          </a:xfrm>
          <a:custGeom>
            <a:rect b="b" l="l" r="r" t="t"/>
            <a:pathLst>
              <a:path extrusionOk="0" h="2175510" w="6539230">
                <a:moveTo>
                  <a:pt x="0" y="0"/>
                </a:moveTo>
                <a:lnTo>
                  <a:pt x="6539230" y="0"/>
                </a:lnTo>
                <a:lnTo>
                  <a:pt x="6539230" y="2175509"/>
                </a:lnTo>
                <a:lnTo>
                  <a:pt x="0" y="2175509"/>
                </a:lnTo>
                <a:lnTo>
                  <a:pt x="0" y="0"/>
                </a:lnTo>
                <a:close/>
              </a:path>
            </a:pathLst>
          </a:custGeom>
          <a:blipFill rotWithShape="1">
            <a:blip r:embed="rId5">
              <a:alphaModFix/>
            </a:blip>
            <a:stretch>
              <a:fillRect b="0" l="0" r="0" t="0"/>
            </a:stretch>
          </a:blipFill>
          <a:ln>
            <a:noFill/>
          </a:ln>
        </p:spPr>
      </p:sp>
      <p:grpSp>
        <p:nvGrpSpPr>
          <p:cNvPr id="251" name="Google Shape;251;p24"/>
          <p:cNvGrpSpPr/>
          <p:nvPr/>
        </p:nvGrpSpPr>
        <p:grpSpPr>
          <a:xfrm>
            <a:off x="2078995" y="1587635"/>
            <a:ext cx="2618740" cy="2607310"/>
            <a:chOff x="11767820" y="6150610"/>
            <a:chExt cx="2618740" cy="2607310"/>
          </a:xfrm>
        </p:grpSpPr>
        <p:sp>
          <p:nvSpPr>
            <p:cNvPr id="252" name="Google Shape;252;p24"/>
            <p:cNvSpPr/>
            <p:nvPr/>
          </p:nvSpPr>
          <p:spPr>
            <a:xfrm>
              <a:off x="11767820" y="6150610"/>
              <a:ext cx="2618740" cy="2607310"/>
            </a:xfrm>
            <a:custGeom>
              <a:rect b="b" l="l" r="r" t="t"/>
              <a:pathLst>
                <a:path extrusionOk="0" h="2607310" w="2618740">
                  <a:moveTo>
                    <a:pt x="1309370" y="13"/>
                  </a:moveTo>
                  <a:cubicBezTo>
                    <a:pt x="842276" y="-2075"/>
                    <a:pt x="409766" y="245939"/>
                    <a:pt x="175614" y="650145"/>
                  </a:cubicBezTo>
                  <a:cubicBezTo>
                    <a:pt x="-58537" y="1054352"/>
                    <a:pt x="-58537" y="1552958"/>
                    <a:pt x="175614" y="1957165"/>
                  </a:cubicBezTo>
                  <a:cubicBezTo>
                    <a:pt x="409766" y="2361371"/>
                    <a:pt x="842276" y="2609386"/>
                    <a:pt x="1309370" y="2607297"/>
                  </a:cubicBezTo>
                  <a:cubicBezTo>
                    <a:pt x="1776464" y="2609386"/>
                    <a:pt x="2208974" y="2361371"/>
                    <a:pt x="2443126" y="1957165"/>
                  </a:cubicBezTo>
                  <a:cubicBezTo>
                    <a:pt x="2677278" y="1552958"/>
                    <a:pt x="2677278" y="1054352"/>
                    <a:pt x="2443126" y="650145"/>
                  </a:cubicBezTo>
                  <a:cubicBezTo>
                    <a:pt x="2208974" y="245939"/>
                    <a:pt x="1776464" y="-2075"/>
                    <a:pt x="1309370" y="13"/>
                  </a:cubicBezTo>
                  <a:close/>
                </a:path>
              </a:pathLst>
            </a:custGeom>
            <a:no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4"/>
            <p:cNvSpPr/>
            <p:nvPr/>
          </p:nvSpPr>
          <p:spPr>
            <a:xfrm>
              <a:off x="11802745" y="6185535"/>
              <a:ext cx="2548890" cy="2537460"/>
            </a:xfrm>
            <a:custGeom>
              <a:rect b="b" l="l" r="r" t="t"/>
              <a:pathLst>
                <a:path extrusionOk="0" h="2537460" w="2548890">
                  <a:moveTo>
                    <a:pt x="1274445" y="13"/>
                  </a:moveTo>
                  <a:cubicBezTo>
                    <a:pt x="819810" y="-2019"/>
                    <a:pt x="398837" y="239350"/>
                    <a:pt x="170930" y="632728"/>
                  </a:cubicBezTo>
                  <a:cubicBezTo>
                    <a:pt x="-56976" y="1026105"/>
                    <a:pt x="-56976" y="1511355"/>
                    <a:pt x="170930" y="1904732"/>
                  </a:cubicBezTo>
                  <a:cubicBezTo>
                    <a:pt x="398837" y="2298110"/>
                    <a:pt x="819810" y="2539480"/>
                    <a:pt x="1274445" y="2537447"/>
                  </a:cubicBezTo>
                  <a:cubicBezTo>
                    <a:pt x="1729080" y="2539480"/>
                    <a:pt x="2150053" y="2298110"/>
                    <a:pt x="2377960" y="1904732"/>
                  </a:cubicBezTo>
                  <a:cubicBezTo>
                    <a:pt x="2605867" y="1511355"/>
                    <a:pt x="2605867" y="1026105"/>
                    <a:pt x="2377960" y="632728"/>
                  </a:cubicBezTo>
                  <a:cubicBezTo>
                    <a:pt x="2150053" y="239350"/>
                    <a:pt x="1729080" y="-2019"/>
                    <a:pt x="1274445" y="13"/>
                  </a:cubicBezTo>
                  <a:close/>
                </a:path>
              </a:pathLst>
            </a:custGeom>
            <a:noFill/>
            <a:ln cap="flat" cmpd="sng" w="76200">
              <a:solidFill>
                <a:schemeClr val="lt1"/>
              </a:solidFill>
              <a:prstDash val="solid"/>
              <a:round/>
              <a:headEnd len="sm" w="sm" type="none"/>
              <a:tailEnd len="sm" w="sm" type="none"/>
            </a:ln>
            <a:effectLst>
              <a:reflection blurRad="0" dir="0" dist="0" endA="0" endPos="45000" fadeDir="5400012" kx="0" rotWithShape="0" algn="bl" stA="45000" stPos="0" sy="-100000" ky="0"/>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US" sz="3800">
                  <a:solidFill>
                    <a:srgbClr val="FFFFFF"/>
                  </a:solidFill>
                  <a:latin typeface="Roboto"/>
                  <a:ea typeface="Roboto"/>
                  <a:cs typeface="Roboto"/>
                  <a:sym typeface="Roboto"/>
                </a:rPr>
                <a:t>⚙️</a:t>
              </a:r>
              <a:endParaRPr sz="3800">
                <a:solidFill>
                  <a:srgbClr val="FFFFFF"/>
                </a:solidFill>
                <a:latin typeface="Roboto"/>
                <a:ea typeface="Roboto"/>
                <a:cs typeface="Roboto"/>
                <a:sym typeface="Roboto"/>
              </a:endParaRPr>
            </a:p>
            <a:p>
              <a:pPr indent="0" lvl="0" marL="0" rtl="0" algn="ctr">
                <a:lnSpc>
                  <a:spcPct val="115000"/>
                </a:lnSpc>
                <a:spcBef>
                  <a:spcPts val="1100"/>
                </a:spcBef>
                <a:spcAft>
                  <a:spcPts val="0"/>
                </a:spcAft>
                <a:buClr>
                  <a:schemeClr val="dk1"/>
                </a:buClr>
                <a:buSzPts val="1100"/>
                <a:buFont typeface="Arial"/>
                <a:buNone/>
              </a:pPr>
              <a:r>
                <a:rPr b="1" lang="en-US" sz="3800">
                  <a:solidFill>
                    <a:srgbClr val="39FF14"/>
                  </a:solidFill>
                </a:rPr>
                <a:t>100+</a:t>
              </a:r>
              <a:endParaRPr b="1" sz="3800">
                <a:solidFill>
                  <a:srgbClr val="39FF14"/>
                </a:solidFill>
              </a:endParaRPr>
            </a:p>
            <a:p>
              <a:pPr indent="0" lvl="0" marL="0" rtl="0" algn="ctr">
                <a:lnSpc>
                  <a:spcPct val="115000"/>
                </a:lnSpc>
                <a:spcBef>
                  <a:spcPts val="800"/>
                </a:spcBef>
                <a:spcAft>
                  <a:spcPts val="0"/>
                </a:spcAft>
                <a:buClr>
                  <a:schemeClr val="dk1"/>
                </a:buClr>
                <a:buSzPts val="1100"/>
                <a:buFont typeface="Arial"/>
                <a:buNone/>
              </a:pPr>
              <a:r>
                <a:rPr b="1" lang="en-US" sz="1550">
                  <a:solidFill>
                    <a:srgbClr val="FFFFFF"/>
                  </a:solidFill>
                  <a:latin typeface="Roboto"/>
                  <a:ea typeface="Roboto"/>
                  <a:cs typeface="Roboto"/>
                  <a:sym typeface="Roboto"/>
                </a:rPr>
                <a:t>Instructions testées</a:t>
              </a:r>
              <a:endParaRPr b="1" sz="1550">
                <a:solidFill>
                  <a:srgbClr val="FFFFFF"/>
                </a:solidFill>
                <a:latin typeface="Roboto"/>
                <a:ea typeface="Roboto"/>
                <a:cs typeface="Roboto"/>
                <a:sym typeface="Roboto"/>
              </a:endParaRPr>
            </a:p>
          </p:txBody>
        </p:sp>
      </p:grpSp>
      <p:sp>
        <p:nvSpPr>
          <p:cNvPr id="254" name="Google Shape;254;p24"/>
          <p:cNvSpPr txBox="1"/>
          <p:nvPr/>
        </p:nvSpPr>
        <p:spPr>
          <a:xfrm>
            <a:off x="6785400" y="348100"/>
            <a:ext cx="4717200" cy="800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2300"/>
              </a:spcAft>
              <a:buNone/>
            </a:pPr>
            <a:r>
              <a:rPr b="1" lang="en-US" sz="4000">
                <a:solidFill>
                  <a:schemeClr val="lt1"/>
                </a:solidFill>
              </a:rPr>
              <a:t>Tests &amp; Validation</a:t>
            </a:r>
            <a:endParaRPr b="1" sz="4000">
              <a:solidFill>
                <a:schemeClr val="lt1"/>
              </a:solidFill>
            </a:endParaRPr>
          </a:p>
        </p:txBody>
      </p:sp>
      <p:grpSp>
        <p:nvGrpSpPr>
          <p:cNvPr id="255" name="Google Shape;255;p24"/>
          <p:cNvGrpSpPr/>
          <p:nvPr/>
        </p:nvGrpSpPr>
        <p:grpSpPr>
          <a:xfrm>
            <a:off x="5886695" y="1587635"/>
            <a:ext cx="2618740" cy="2607310"/>
            <a:chOff x="11767820" y="6150610"/>
            <a:chExt cx="2618740" cy="2607310"/>
          </a:xfrm>
        </p:grpSpPr>
        <p:sp>
          <p:nvSpPr>
            <p:cNvPr id="256" name="Google Shape;256;p24"/>
            <p:cNvSpPr/>
            <p:nvPr/>
          </p:nvSpPr>
          <p:spPr>
            <a:xfrm>
              <a:off x="11767820" y="6150610"/>
              <a:ext cx="2618740" cy="2607310"/>
            </a:xfrm>
            <a:custGeom>
              <a:rect b="b" l="l" r="r" t="t"/>
              <a:pathLst>
                <a:path extrusionOk="0" h="2607310" w="2618740">
                  <a:moveTo>
                    <a:pt x="1309370" y="13"/>
                  </a:moveTo>
                  <a:cubicBezTo>
                    <a:pt x="842276" y="-2075"/>
                    <a:pt x="409766" y="245939"/>
                    <a:pt x="175614" y="650145"/>
                  </a:cubicBezTo>
                  <a:cubicBezTo>
                    <a:pt x="-58537" y="1054352"/>
                    <a:pt x="-58537" y="1552958"/>
                    <a:pt x="175614" y="1957165"/>
                  </a:cubicBezTo>
                  <a:cubicBezTo>
                    <a:pt x="409766" y="2361371"/>
                    <a:pt x="842276" y="2609386"/>
                    <a:pt x="1309370" y="2607297"/>
                  </a:cubicBezTo>
                  <a:cubicBezTo>
                    <a:pt x="1776464" y="2609386"/>
                    <a:pt x="2208974" y="2361371"/>
                    <a:pt x="2443126" y="1957165"/>
                  </a:cubicBezTo>
                  <a:cubicBezTo>
                    <a:pt x="2677278" y="1552958"/>
                    <a:pt x="2677278" y="1054352"/>
                    <a:pt x="2443126" y="650145"/>
                  </a:cubicBezTo>
                  <a:cubicBezTo>
                    <a:pt x="2208974" y="245939"/>
                    <a:pt x="1776464" y="-2075"/>
                    <a:pt x="1309370" y="13"/>
                  </a:cubicBezTo>
                  <a:close/>
                </a:path>
              </a:pathLst>
            </a:custGeom>
            <a:no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4"/>
            <p:cNvSpPr/>
            <p:nvPr/>
          </p:nvSpPr>
          <p:spPr>
            <a:xfrm>
              <a:off x="11802745" y="6185535"/>
              <a:ext cx="2548890" cy="2537460"/>
            </a:xfrm>
            <a:custGeom>
              <a:rect b="b" l="l" r="r" t="t"/>
              <a:pathLst>
                <a:path extrusionOk="0" h="2537460" w="2548890">
                  <a:moveTo>
                    <a:pt x="1274445" y="13"/>
                  </a:moveTo>
                  <a:cubicBezTo>
                    <a:pt x="819810" y="-2019"/>
                    <a:pt x="398837" y="239350"/>
                    <a:pt x="170930" y="632728"/>
                  </a:cubicBezTo>
                  <a:cubicBezTo>
                    <a:pt x="-56976" y="1026105"/>
                    <a:pt x="-56976" y="1511355"/>
                    <a:pt x="170930" y="1904732"/>
                  </a:cubicBezTo>
                  <a:cubicBezTo>
                    <a:pt x="398837" y="2298110"/>
                    <a:pt x="819810" y="2539480"/>
                    <a:pt x="1274445" y="2537447"/>
                  </a:cubicBezTo>
                  <a:cubicBezTo>
                    <a:pt x="1729080" y="2539480"/>
                    <a:pt x="2150053" y="2298110"/>
                    <a:pt x="2377960" y="1904732"/>
                  </a:cubicBezTo>
                  <a:cubicBezTo>
                    <a:pt x="2605867" y="1511355"/>
                    <a:pt x="2605867" y="1026105"/>
                    <a:pt x="2377960" y="632728"/>
                  </a:cubicBezTo>
                  <a:cubicBezTo>
                    <a:pt x="2150053" y="239350"/>
                    <a:pt x="1729080" y="-2019"/>
                    <a:pt x="1274445" y="13"/>
                  </a:cubicBezTo>
                  <a:close/>
                </a:path>
              </a:pathLst>
            </a:custGeom>
            <a:noFill/>
            <a:ln cap="flat" cmpd="sng" w="76200">
              <a:solidFill>
                <a:schemeClr val="lt1"/>
              </a:solidFill>
              <a:prstDash val="solid"/>
              <a:round/>
              <a:headEnd len="sm" w="sm" type="none"/>
              <a:tailEnd len="sm" w="sm" type="none"/>
            </a:ln>
            <a:effectLst>
              <a:reflection blurRad="0" dir="5400000" dist="38100" endA="0" endPos="45000" fadeDir="5400012" kx="0" rotWithShape="0" algn="bl" stA="45000" stPos="0" sy="-100000" ky="0"/>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US" sz="3600">
                  <a:solidFill>
                    <a:srgbClr val="FFFFFF"/>
                  </a:solidFill>
                  <a:latin typeface="Roboto"/>
                  <a:ea typeface="Roboto"/>
                  <a:cs typeface="Roboto"/>
                  <a:sym typeface="Roboto"/>
                </a:rPr>
                <a:t>📍</a:t>
              </a:r>
              <a:endParaRPr sz="3600">
                <a:solidFill>
                  <a:srgbClr val="FFFFFF"/>
                </a:solidFill>
                <a:latin typeface="Roboto"/>
                <a:ea typeface="Roboto"/>
                <a:cs typeface="Roboto"/>
                <a:sym typeface="Roboto"/>
              </a:endParaRPr>
            </a:p>
            <a:p>
              <a:pPr indent="0" lvl="0" marL="0" rtl="0" algn="ctr">
                <a:lnSpc>
                  <a:spcPct val="115000"/>
                </a:lnSpc>
                <a:spcBef>
                  <a:spcPts val="1100"/>
                </a:spcBef>
                <a:spcAft>
                  <a:spcPts val="0"/>
                </a:spcAft>
                <a:buClr>
                  <a:schemeClr val="dk1"/>
                </a:buClr>
                <a:buSzPts val="1100"/>
                <a:buFont typeface="Arial"/>
                <a:buNone/>
              </a:pPr>
              <a:r>
                <a:rPr b="1" lang="en-US" sz="3600">
                  <a:solidFill>
                    <a:srgbClr val="39FF14"/>
                  </a:solidFill>
                </a:rPr>
                <a:t>TOUS</a:t>
              </a:r>
              <a:endParaRPr b="1" sz="3600">
                <a:solidFill>
                  <a:srgbClr val="39FF14"/>
                </a:solidFill>
              </a:endParaRPr>
            </a:p>
            <a:p>
              <a:pPr indent="0" lvl="0" marL="0" rtl="0" algn="ctr">
                <a:lnSpc>
                  <a:spcPct val="115000"/>
                </a:lnSpc>
                <a:spcBef>
                  <a:spcPts val="800"/>
                </a:spcBef>
                <a:spcAft>
                  <a:spcPts val="0"/>
                </a:spcAft>
                <a:buClr>
                  <a:schemeClr val="dk1"/>
                </a:buClr>
                <a:buSzPts val="1100"/>
                <a:buFont typeface="Arial"/>
                <a:buNone/>
              </a:pPr>
              <a:r>
                <a:rPr b="1" lang="en-US" sz="1550">
                  <a:solidFill>
                    <a:srgbClr val="FFFFFF"/>
                  </a:solidFill>
                  <a:latin typeface="Roboto"/>
                  <a:ea typeface="Roboto"/>
                  <a:cs typeface="Roboto"/>
                  <a:sym typeface="Roboto"/>
                </a:rPr>
                <a:t>Modes fonctionnels</a:t>
              </a:r>
              <a:endParaRPr b="1" sz="1550">
                <a:solidFill>
                  <a:srgbClr val="FFFFFF"/>
                </a:solidFill>
                <a:latin typeface="Roboto"/>
                <a:ea typeface="Roboto"/>
                <a:cs typeface="Roboto"/>
                <a:sym typeface="Roboto"/>
              </a:endParaRPr>
            </a:p>
            <a:p>
              <a:pPr indent="0" lvl="0" marL="0" rtl="0" algn="l">
                <a:spcBef>
                  <a:spcPts val="0"/>
                </a:spcBef>
                <a:spcAft>
                  <a:spcPts val="0"/>
                </a:spcAft>
                <a:buNone/>
              </a:pPr>
              <a:r>
                <a:t/>
              </a:r>
              <a:endParaRPr/>
            </a:p>
          </p:txBody>
        </p:sp>
      </p:grpSp>
      <p:grpSp>
        <p:nvGrpSpPr>
          <p:cNvPr id="258" name="Google Shape;258;p24"/>
          <p:cNvGrpSpPr/>
          <p:nvPr/>
        </p:nvGrpSpPr>
        <p:grpSpPr>
          <a:xfrm>
            <a:off x="9502870" y="1587635"/>
            <a:ext cx="2618740" cy="2607310"/>
            <a:chOff x="11767820" y="6150610"/>
            <a:chExt cx="2618740" cy="2607310"/>
          </a:xfrm>
        </p:grpSpPr>
        <p:sp>
          <p:nvSpPr>
            <p:cNvPr id="259" name="Google Shape;259;p24"/>
            <p:cNvSpPr/>
            <p:nvPr/>
          </p:nvSpPr>
          <p:spPr>
            <a:xfrm>
              <a:off x="11767820" y="6150610"/>
              <a:ext cx="2618740" cy="2607310"/>
            </a:xfrm>
            <a:custGeom>
              <a:rect b="b" l="l" r="r" t="t"/>
              <a:pathLst>
                <a:path extrusionOk="0" h="2607310" w="2618740">
                  <a:moveTo>
                    <a:pt x="1309370" y="13"/>
                  </a:moveTo>
                  <a:cubicBezTo>
                    <a:pt x="842276" y="-2075"/>
                    <a:pt x="409766" y="245939"/>
                    <a:pt x="175614" y="650145"/>
                  </a:cubicBezTo>
                  <a:cubicBezTo>
                    <a:pt x="-58537" y="1054352"/>
                    <a:pt x="-58537" y="1552958"/>
                    <a:pt x="175614" y="1957165"/>
                  </a:cubicBezTo>
                  <a:cubicBezTo>
                    <a:pt x="409766" y="2361371"/>
                    <a:pt x="842276" y="2609386"/>
                    <a:pt x="1309370" y="2607297"/>
                  </a:cubicBezTo>
                  <a:cubicBezTo>
                    <a:pt x="1776464" y="2609386"/>
                    <a:pt x="2208974" y="2361371"/>
                    <a:pt x="2443126" y="1957165"/>
                  </a:cubicBezTo>
                  <a:cubicBezTo>
                    <a:pt x="2677278" y="1552958"/>
                    <a:pt x="2677278" y="1054352"/>
                    <a:pt x="2443126" y="650145"/>
                  </a:cubicBezTo>
                  <a:cubicBezTo>
                    <a:pt x="2208974" y="245939"/>
                    <a:pt x="1776464" y="-2075"/>
                    <a:pt x="1309370" y="13"/>
                  </a:cubicBezTo>
                  <a:close/>
                </a:path>
              </a:pathLst>
            </a:custGeom>
            <a:no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4"/>
            <p:cNvSpPr/>
            <p:nvPr/>
          </p:nvSpPr>
          <p:spPr>
            <a:xfrm>
              <a:off x="11802745" y="6185535"/>
              <a:ext cx="2548890" cy="2537460"/>
            </a:xfrm>
            <a:custGeom>
              <a:rect b="b" l="l" r="r" t="t"/>
              <a:pathLst>
                <a:path extrusionOk="0" h="2537460" w="2548890">
                  <a:moveTo>
                    <a:pt x="1274445" y="13"/>
                  </a:moveTo>
                  <a:cubicBezTo>
                    <a:pt x="819810" y="-2019"/>
                    <a:pt x="398837" y="239350"/>
                    <a:pt x="170930" y="632728"/>
                  </a:cubicBezTo>
                  <a:cubicBezTo>
                    <a:pt x="-56976" y="1026105"/>
                    <a:pt x="-56976" y="1511355"/>
                    <a:pt x="170930" y="1904732"/>
                  </a:cubicBezTo>
                  <a:cubicBezTo>
                    <a:pt x="398837" y="2298110"/>
                    <a:pt x="819810" y="2539480"/>
                    <a:pt x="1274445" y="2537447"/>
                  </a:cubicBezTo>
                  <a:cubicBezTo>
                    <a:pt x="1729080" y="2539480"/>
                    <a:pt x="2150053" y="2298110"/>
                    <a:pt x="2377960" y="1904732"/>
                  </a:cubicBezTo>
                  <a:cubicBezTo>
                    <a:pt x="2605867" y="1511355"/>
                    <a:pt x="2605867" y="1026105"/>
                    <a:pt x="2377960" y="632728"/>
                  </a:cubicBezTo>
                  <a:cubicBezTo>
                    <a:pt x="2150053" y="239350"/>
                    <a:pt x="1729080" y="-2019"/>
                    <a:pt x="1274445" y="13"/>
                  </a:cubicBezTo>
                  <a:close/>
                </a:path>
              </a:pathLst>
            </a:custGeom>
            <a:noFill/>
            <a:ln cap="flat" cmpd="sng" w="76200">
              <a:solidFill>
                <a:schemeClr val="lt1"/>
              </a:solidFill>
              <a:prstDash val="solid"/>
              <a:round/>
              <a:headEnd len="sm" w="sm" type="none"/>
              <a:tailEnd len="sm" w="sm" type="none"/>
            </a:ln>
            <a:effectLst>
              <a:reflection blurRad="0" dir="5400000" dist="38100" endA="0" endPos="45000" fadeDir="5400012" kx="0" rotWithShape="0" algn="bl" stA="45000" stPos="0" sy="-100000" ky="0"/>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US" sz="3600">
                  <a:solidFill>
                    <a:srgbClr val="FFFFFF"/>
                  </a:solidFill>
                  <a:latin typeface="Roboto"/>
                  <a:ea typeface="Roboto"/>
                  <a:cs typeface="Roboto"/>
                  <a:sym typeface="Roboto"/>
                </a:rPr>
                <a:t>💻</a:t>
              </a:r>
              <a:endParaRPr sz="3600">
                <a:solidFill>
                  <a:srgbClr val="FFFFFF"/>
                </a:solidFill>
                <a:latin typeface="Roboto"/>
                <a:ea typeface="Roboto"/>
                <a:cs typeface="Roboto"/>
                <a:sym typeface="Roboto"/>
              </a:endParaRPr>
            </a:p>
            <a:p>
              <a:pPr indent="0" lvl="0" marL="0" rtl="0" algn="ctr">
                <a:lnSpc>
                  <a:spcPct val="115000"/>
                </a:lnSpc>
                <a:spcBef>
                  <a:spcPts val="1100"/>
                </a:spcBef>
                <a:spcAft>
                  <a:spcPts val="0"/>
                </a:spcAft>
                <a:buClr>
                  <a:schemeClr val="dk1"/>
                </a:buClr>
                <a:buSzPts val="1100"/>
                <a:buFont typeface="Arial"/>
                <a:buNone/>
              </a:pPr>
              <a:r>
                <a:rPr b="1" lang="en-US" sz="3600">
                  <a:solidFill>
                    <a:srgbClr val="39FF14"/>
                  </a:solidFill>
                </a:rPr>
                <a:t>✓</a:t>
              </a:r>
              <a:endParaRPr b="1" sz="3600">
                <a:solidFill>
                  <a:srgbClr val="39FF14"/>
                </a:solidFill>
              </a:endParaRPr>
            </a:p>
            <a:p>
              <a:pPr indent="0" lvl="0" marL="0" rtl="0" algn="ctr">
                <a:lnSpc>
                  <a:spcPct val="115000"/>
                </a:lnSpc>
                <a:spcBef>
                  <a:spcPts val="800"/>
                </a:spcBef>
                <a:spcAft>
                  <a:spcPts val="0"/>
                </a:spcAft>
                <a:buClr>
                  <a:schemeClr val="dk1"/>
                </a:buClr>
                <a:buSzPts val="1100"/>
                <a:buFont typeface="Arial"/>
                <a:buNone/>
              </a:pPr>
              <a:r>
                <a:rPr b="1" lang="en-US" sz="2050">
                  <a:solidFill>
                    <a:srgbClr val="FFFFFF"/>
                  </a:solidFill>
                  <a:latin typeface="Roboto"/>
                  <a:ea typeface="Roboto"/>
                  <a:cs typeface="Roboto"/>
                  <a:sym typeface="Roboto"/>
                </a:rPr>
                <a:t>GUI responsive</a:t>
              </a:r>
              <a:endParaRPr b="1" sz="2050">
                <a:solidFill>
                  <a:srgbClr val="FFFFFF"/>
                </a:solidFill>
                <a:latin typeface="Roboto"/>
                <a:ea typeface="Roboto"/>
                <a:cs typeface="Roboto"/>
                <a:sym typeface="Roboto"/>
              </a:endParaRPr>
            </a:p>
            <a:p>
              <a:pPr indent="0" lvl="0" marL="0" rtl="0" algn="l">
                <a:spcBef>
                  <a:spcPts val="0"/>
                </a:spcBef>
                <a:spcAft>
                  <a:spcPts val="0"/>
                </a:spcAft>
                <a:buNone/>
              </a:pPr>
              <a:r>
                <a:t/>
              </a:r>
              <a:endParaRPr/>
            </a:p>
          </p:txBody>
        </p:sp>
      </p:grpSp>
      <p:grpSp>
        <p:nvGrpSpPr>
          <p:cNvPr id="261" name="Google Shape;261;p24"/>
          <p:cNvGrpSpPr/>
          <p:nvPr/>
        </p:nvGrpSpPr>
        <p:grpSpPr>
          <a:xfrm>
            <a:off x="13119045" y="1587635"/>
            <a:ext cx="2618740" cy="2607310"/>
            <a:chOff x="11767820" y="6150610"/>
            <a:chExt cx="2618740" cy="2607310"/>
          </a:xfrm>
        </p:grpSpPr>
        <p:sp>
          <p:nvSpPr>
            <p:cNvPr id="262" name="Google Shape;262;p24"/>
            <p:cNvSpPr/>
            <p:nvPr/>
          </p:nvSpPr>
          <p:spPr>
            <a:xfrm>
              <a:off x="11767820" y="6150610"/>
              <a:ext cx="2618740" cy="2607310"/>
            </a:xfrm>
            <a:custGeom>
              <a:rect b="b" l="l" r="r" t="t"/>
              <a:pathLst>
                <a:path extrusionOk="0" h="2607310" w="2618740">
                  <a:moveTo>
                    <a:pt x="1309370" y="13"/>
                  </a:moveTo>
                  <a:cubicBezTo>
                    <a:pt x="842276" y="-2075"/>
                    <a:pt x="409766" y="245939"/>
                    <a:pt x="175614" y="650145"/>
                  </a:cubicBezTo>
                  <a:cubicBezTo>
                    <a:pt x="-58537" y="1054352"/>
                    <a:pt x="-58537" y="1552958"/>
                    <a:pt x="175614" y="1957165"/>
                  </a:cubicBezTo>
                  <a:cubicBezTo>
                    <a:pt x="409766" y="2361371"/>
                    <a:pt x="842276" y="2609386"/>
                    <a:pt x="1309370" y="2607297"/>
                  </a:cubicBezTo>
                  <a:cubicBezTo>
                    <a:pt x="1776464" y="2609386"/>
                    <a:pt x="2208974" y="2361371"/>
                    <a:pt x="2443126" y="1957165"/>
                  </a:cubicBezTo>
                  <a:cubicBezTo>
                    <a:pt x="2677278" y="1552958"/>
                    <a:pt x="2677278" y="1054352"/>
                    <a:pt x="2443126" y="650145"/>
                  </a:cubicBezTo>
                  <a:cubicBezTo>
                    <a:pt x="2208974" y="245939"/>
                    <a:pt x="1776464" y="-2075"/>
                    <a:pt x="1309370" y="13"/>
                  </a:cubicBezTo>
                  <a:close/>
                </a:path>
              </a:pathLst>
            </a:custGeom>
            <a:noFill/>
            <a:ln cap="flat" cmpd="sng" w="76200">
              <a:solidFill>
                <a:schemeClr val="lt1"/>
              </a:solidFill>
              <a:prstDash val="solid"/>
              <a:round/>
              <a:headEnd len="sm" w="sm" type="none"/>
              <a:tailEnd len="sm" w="sm" type="none"/>
            </a:ln>
            <a:effectLst>
              <a:reflection blurRad="0" dir="5400000" dist="38100" endA="0" endPos="45000" fadeDir="5400012" kx="0" rotWithShape="0" algn="bl" stA="45000"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4"/>
            <p:cNvSpPr/>
            <p:nvPr/>
          </p:nvSpPr>
          <p:spPr>
            <a:xfrm>
              <a:off x="11802745" y="6185535"/>
              <a:ext cx="2548890" cy="2537460"/>
            </a:xfrm>
            <a:custGeom>
              <a:rect b="b" l="l" r="r" t="t"/>
              <a:pathLst>
                <a:path extrusionOk="0" h="2537460" w="2548890">
                  <a:moveTo>
                    <a:pt x="1274445" y="13"/>
                  </a:moveTo>
                  <a:cubicBezTo>
                    <a:pt x="819810" y="-2019"/>
                    <a:pt x="398837" y="239350"/>
                    <a:pt x="170930" y="632728"/>
                  </a:cubicBezTo>
                  <a:cubicBezTo>
                    <a:pt x="-56976" y="1026105"/>
                    <a:pt x="-56976" y="1511355"/>
                    <a:pt x="170930" y="1904732"/>
                  </a:cubicBezTo>
                  <a:cubicBezTo>
                    <a:pt x="398837" y="2298110"/>
                    <a:pt x="819810" y="2539480"/>
                    <a:pt x="1274445" y="2537447"/>
                  </a:cubicBezTo>
                  <a:cubicBezTo>
                    <a:pt x="1729080" y="2539480"/>
                    <a:pt x="2150053" y="2298110"/>
                    <a:pt x="2377960" y="1904732"/>
                  </a:cubicBezTo>
                  <a:cubicBezTo>
                    <a:pt x="2605867" y="1511355"/>
                    <a:pt x="2605867" y="1026105"/>
                    <a:pt x="2377960" y="632728"/>
                  </a:cubicBezTo>
                  <a:cubicBezTo>
                    <a:pt x="2150053" y="239350"/>
                    <a:pt x="1729080" y="-2019"/>
                    <a:pt x="1274445" y="13"/>
                  </a:cubicBezTo>
                  <a:close/>
                </a:path>
              </a:pathLst>
            </a:custGeom>
            <a:noFill/>
            <a:ln cap="flat" cmpd="sng" w="76200">
              <a:solidFill>
                <a:schemeClr val="lt1"/>
              </a:solidFill>
              <a:prstDash val="solid"/>
              <a:round/>
              <a:headEnd len="sm" w="sm" type="none"/>
              <a:tailEnd len="sm" w="sm" type="none"/>
            </a:ln>
            <a:effectLst>
              <a:reflection blurRad="0" dir="5400000" dist="38100" endA="0" endPos="45000" fadeDir="5400012" kx="0" rotWithShape="0" algn="bl" stA="45000" stPos="0" sy="-100000" ky="0"/>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US" sz="3600">
                  <a:solidFill>
                    <a:srgbClr val="FFFFFF"/>
                  </a:solidFill>
                  <a:latin typeface="Roboto"/>
                  <a:ea typeface="Roboto"/>
                  <a:cs typeface="Roboto"/>
                  <a:sym typeface="Roboto"/>
                </a:rPr>
                <a:t>🔧</a:t>
              </a:r>
              <a:endParaRPr sz="3600">
                <a:solidFill>
                  <a:srgbClr val="FFFFFF"/>
                </a:solidFill>
                <a:latin typeface="Roboto"/>
                <a:ea typeface="Roboto"/>
                <a:cs typeface="Roboto"/>
                <a:sym typeface="Roboto"/>
              </a:endParaRPr>
            </a:p>
            <a:p>
              <a:pPr indent="0" lvl="0" marL="0" rtl="0" algn="ctr">
                <a:lnSpc>
                  <a:spcPct val="115000"/>
                </a:lnSpc>
                <a:spcBef>
                  <a:spcPts val="1100"/>
                </a:spcBef>
                <a:spcAft>
                  <a:spcPts val="0"/>
                </a:spcAft>
                <a:buClr>
                  <a:schemeClr val="dk1"/>
                </a:buClr>
                <a:buSzPts val="1100"/>
                <a:buFont typeface="Arial"/>
                <a:buNone/>
              </a:pPr>
              <a:r>
                <a:rPr b="1" lang="en-US" sz="3600">
                  <a:solidFill>
                    <a:srgbClr val="39FF14"/>
                  </a:solidFill>
                </a:rPr>
                <a:t>✓</a:t>
              </a:r>
              <a:endParaRPr b="1" sz="3600">
                <a:solidFill>
                  <a:srgbClr val="39FF14"/>
                </a:solidFill>
              </a:endParaRPr>
            </a:p>
            <a:p>
              <a:pPr indent="0" lvl="0" marL="0" rtl="0" algn="ctr">
                <a:lnSpc>
                  <a:spcPct val="115000"/>
                </a:lnSpc>
                <a:spcBef>
                  <a:spcPts val="800"/>
                </a:spcBef>
                <a:spcAft>
                  <a:spcPts val="0"/>
                </a:spcAft>
                <a:buClr>
                  <a:schemeClr val="dk1"/>
                </a:buClr>
                <a:buSzPts val="1100"/>
                <a:buFont typeface="Arial"/>
                <a:buNone/>
              </a:pPr>
              <a:r>
                <a:rPr b="1" lang="en-US" sz="2150">
                  <a:solidFill>
                    <a:srgbClr val="FFFFFF"/>
                  </a:solidFill>
                  <a:latin typeface="Roboto"/>
                  <a:ea typeface="Roboto"/>
                  <a:cs typeface="Roboto"/>
                  <a:sym typeface="Roboto"/>
                </a:rPr>
                <a:t>Gestion d'erreurs</a:t>
              </a:r>
              <a:endParaRPr b="1" sz="2150">
                <a:solidFill>
                  <a:srgbClr val="FFFFFF"/>
                </a:solidFill>
                <a:latin typeface="Roboto"/>
                <a:ea typeface="Roboto"/>
                <a:cs typeface="Roboto"/>
                <a:sym typeface="Roboto"/>
              </a:endParaRPr>
            </a:p>
            <a:p>
              <a:pPr indent="0" lvl="0" marL="0" rtl="0" algn="l">
                <a:spcBef>
                  <a:spcPts val="0"/>
                </a:spcBef>
                <a:spcAft>
                  <a:spcPts val="0"/>
                </a:spcAft>
                <a:buNone/>
              </a:pPr>
              <a:r>
                <a:t/>
              </a:r>
              <a:endParaRPr/>
            </a:p>
          </p:txBody>
        </p:sp>
      </p:grpSp>
      <p:sp>
        <p:nvSpPr>
          <p:cNvPr id="264" name="Google Shape;264;p24"/>
          <p:cNvSpPr/>
          <p:nvPr/>
        </p:nvSpPr>
        <p:spPr>
          <a:xfrm>
            <a:off x="1444700" y="5935475"/>
            <a:ext cx="10677000" cy="2750100"/>
          </a:xfrm>
          <a:prstGeom prst="homePlate">
            <a:avLst>
              <a:gd fmla="val 50000" name="adj"/>
            </a:avLst>
          </a:prstGeom>
          <a:no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2400">
              <a:solidFill>
                <a:srgbClr val="9D4EDD"/>
              </a:solidFill>
            </a:endParaRPr>
          </a:p>
          <a:p>
            <a:pPr indent="0" lvl="0" marL="0" rtl="0" algn="l">
              <a:lnSpc>
                <a:spcPct val="115000"/>
              </a:lnSpc>
              <a:spcBef>
                <a:spcPts val="1100"/>
              </a:spcBef>
              <a:spcAft>
                <a:spcPts val="0"/>
              </a:spcAft>
              <a:buNone/>
            </a:pPr>
            <a:r>
              <a:rPr b="1" lang="en-US" sz="2400">
                <a:solidFill>
                  <a:srgbClr val="9D4EDD"/>
                </a:solidFill>
              </a:rPr>
              <a:t>Programmes de Test</a:t>
            </a:r>
            <a:endParaRPr b="1" sz="2400">
              <a:solidFill>
                <a:srgbClr val="9D4EDD"/>
              </a:solidFill>
            </a:endParaRPr>
          </a:p>
          <a:p>
            <a:pPr indent="-228600" lvl="0" marL="457200" rtl="0" algn="l">
              <a:lnSpc>
                <a:spcPct val="160000"/>
              </a:lnSpc>
              <a:spcBef>
                <a:spcPts val="1100"/>
              </a:spcBef>
              <a:spcAft>
                <a:spcPts val="0"/>
              </a:spcAft>
              <a:buClr>
                <a:srgbClr val="FFFFFF"/>
              </a:buClr>
              <a:buSzPts val="1800"/>
              <a:buFont typeface="Roboto"/>
              <a:buNone/>
            </a:pPr>
            <a:r>
              <a:rPr lang="en-US" sz="1800">
                <a:solidFill>
                  <a:srgbClr val="FFFFFF"/>
                </a:solidFill>
                <a:latin typeface="Roboto"/>
                <a:ea typeface="Roboto"/>
                <a:cs typeface="Roboto"/>
                <a:sym typeface="Roboto"/>
              </a:rPr>
              <a:t>Test de toutes les familles d'instructions (arithmétiques, logiques, transferts)</a:t>
            </a:r>
            <a:endParaRPr sz="1800">
              <a:solidFill>
                <a:srgbClr val="FFFFFF"/>
              </a:solidFill>
              <a:latin typeface="Roboto"/>
              <a:ea typeface="Roboto"/>
              <a:cs typeface="Roboto"/>
              <a:sym typeface="Roboto"/>
            </a:endParaRPr>
          </a:p>
          <a:p>
            <a:pPr indent="-228600" lvl="0" marL="457200" rtl="0" algn="l">
              <a:lnSpc>
                <a:spcPct val="160000"/>
              </a:lnSpc>
              <a:spcBef>
                <a:spcPts val="0"/>
              </a:spcBef>
              <a:spcAft>
                <a:spcPts val="0"/>
              </a:spcAft>
              <a:buClr>
                <a:srgbClr val="FFFFFF"/>
              </a:buClr>
              <a:buSzPts val="1800"/>
              <a:buFont typeface="Roboto"/>
              <a:buNone/>
            </a:pPr>
            <a:r>
              <a:rPr lang="en-US" sz="1800">
                <a:solidFill>
                  <a:srgbClr val="FFFFFF"/>
                </a:solidFill>
                <a:latin typeface="Roboto"/>
                <a:ea typeface="Roboto"/>
                <a:cs typeface="Roboto"/>
                <a:sym typeface="Roboto"/>
              </a:rPr>
              <a:t>Vérification des modes d'adressage</a:t>
            </a:r>
            <a:endParaRPr sz="1800">
              <a:solidFill>
                <a:srgbClr val="FFFFFF"/>
              </a:solidFill>
              <a:latin typeface="Roboto"/>
              <a:ea typeface="Roboto"/>
              <a:cs typeface="Roboto"/>
              <a:sym typeface="Roboto"/>
            </a:endParaRPr>
          </a:p>
          <a:p>
            <a:pPr indent="-228600" lvl="0" marL="457200" rtl="0" algn="l">
              <a:lnSpc>
                <a:spcPct val="160000"/>
              </a:lnSpc>
              <a:spcBef>
                <a:spcPts val="0"/>
              </a:spcBef>
              <a:spcAft>
                <a:spcPts val="0"/>
              </a:spcAft>
              <a:buClr>
                <a:srgbClr val="FFFFFF"/>
              </a:buClr>
              <a:buSzPts val="1800"/>
              <a:buFont typeface="Roboto"/>
              <a:buNone/>
            </a:pPr>
            <a:r>
              <a:rPr lang="en-US" sz="1800">
                <a:solidFill>
                  <a:srgbClr val="FFFFFF"/>
                </a:solidFill>
                <a:latin typeface="Roboto"/>
                <a:ea typeface="Roboto"/>
                <a:cs typeface="Roboto"/>
                <a:sym typeface="Roboto"/>
              </a:rPr>
              <a:t>Validation des flags pour chaque opération</a:t>
            </a:r>
            <a:endParaRPr sz="1800">
              <a:solidFill>
                <a:srgbClr val="FFFFFF"/>
              </a:solidFill>
              <a:latin typeface="Roboto"/>
              <a:ea typeface="Roboto"/>
              <a:cs typeface="Roboto"/>
              <a:sym typeface="Roboto"/>
            </a:endParaRPr>
          </a:p>
          <a:p>
            <a:pPr indent="-228600" lvl="0" marL="457200" rtl="0" algn="l">
              <a:lnSpc>
                <a:spcPct val="160000"/>
              </a:lnSpc>
              <a:spcBef>
                <a:spcPts val="0"/>
              </a:spcBef>
              <a:spcAft>
                <a:spcPts val="0"/>
              </a:spcAft>
              <a:buClr>
                <a:srgbClr val="FFFFFF"/>
              </a:buClr>
              <a:buSzPts val="1800"/>
              <a:buFont typeface="Roboto"/>
              <a:buNone/>
            </a:pPr>
            <a:r>
              <a:rPr lang="en-US" sz="1800">
                <a:solidFill>
                  <a:srgbClr val="FFFFFF"/>
                </a:solidFill>
                <a:latin typeface="Roboto"/>
                <a:ea typeface="Roboto"/>
                <a:cs typeface="Roboto"/>
                <a:sym typeface="Roboto"/>
              </a:rPr>
              <a:t>Test des branches et sauts</a:t>
            </a:r>
            <a:endParaRPr sz="1800">
              <a:solidFill>
                <a:srgbClr val="FFFFFF"/>
              </a:solidFill>
              <a:latin typeface="Roboto"/>
              <a:ea typeface="Roboto"/>
              <a:cs typeface="Roboto"/>
              <a:sym typeface="Roboto"/>
            </a:endParaRPr>
          </a:p>
          <a:p>
            <a:pPr indent="-228600" lvl="0" marL="457200" rtl="0" algn="l">
              <a:lnSpc>
                <a:spcPct val="160000"/>
              </a:lnSpc>
              <a:spcBef>
                <a:spcPts val="0"/>
              </a:spcBef>
              <a:spcAft>
                <a:spcPts val="0"/>
              </a:spcAft>
              <a:buClr>
                <a:srgbClr val="FFFFFF"/>
              </a:buClr>
              <a:buSzPts val="1800"/>
              <a:buFont typeface="Roboto"/>
              <a:buNone/>
            </a:pPr>
            <a:r>
              <a:t/>
            </a:r>
            <a:endParaRPr sz="1800">
              <a:solidFill>
                <a:srgbClr val="FFFFFF"/>
              </a:solidFill>
              <a:latin typeface="Roboto"/>
              <a:ea typeface="Roboto"/>
              <a:cs typeface="Roboto"/>
              <a:sym typeface="Roboto"/>
            </a:endParaRPr>
          </a:p>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178" r="-178" t="0"/>
            </a:stretch>
          </a:blipFill>
          <a:ln>
            <a:noFill/>
          </a:ln>
        </p:spPr>
      </p:sp>
      <p:sp>
        <p:nvSpPr>
          <p:cNvPr id="270" name="Google Shape;270;p25"/>
          <p:cNvSpPr/>
          <p:nvPr/>
        </p:nvSpPr>
        <p:spPr>
          <a:xfrm>
            <a:off x="2078990" y="697865"/>
            <a:ext cx="643255" cy="643255"/>
          </a:xfrm>
          <a:custGeom>
            <a:rect b="b" l="l" r="r" t="t"/>
            <a:pathLst>
              <a:path extrusionOk="0" h="643255" w="643255">
                <a:moveTo>
                  <a:pt x="0" y="0"/>
                </a:moveTo>
                <a:lnTo>
                  <a:pt x="643254" y="0"/>
                </a:lnTo>
                <a:lnTo>
                  <a:pt x="643254" y="643254"/>
                </a:lnTo>
                <a:lnTo>
                  <a:pt x="0" y="643254"/>
                </a:lnTo>
                <a:lnTo>
                  <a:pt x="0" y="0"/>
                </a:lnTo>
                <a:close/>
              </a:path>
            </a:pathLst>
          </a:custGeom>
          <a:blipFill rotWithShape="1">
            <a:blip r:embed="rId4">
              <a:alphaModFix/>
            </a:blip>
            <a:stretch>
              <a:fillRect b="0" l="0" r="0" t="0"/>
            </a:stretch>
          </a:blipFill>
          <a:ln>
            <a:noFill/>
          </a:ln>
        </p:spPr>
      </p:sp>
      <p:sp>
        <p:nvSpPr>
          <p:cNvPr id="271" name="Google Shape;271;p25"/>
          <p:cNvSpPr/>
          <p:nvPr/>
        </p:nvSpPr>
        <p:spPr>
          <a:xfrm>
            <a:off x="2078990" y="9611360"/>
            <a:ext cx="1058545" cy="274320"/>
          </a:xfrm>
          <a:prstGeom prst="rect">
            <a:avLst/>
          </a:prstGeom>
          <a:noFill/>
          <a:ln>
            <a:noFill/>
          </a:ln>
        </p:spPr>
        <p:txBody>
          <a:bodyPr anchorCtr="0" anchor="t" bIns="0" lIns="0" spcFirstLastPara="1" rIns="0" wrap="square" tIns="0">
            <a:noAutofit/>
          </a:bodyPr>
          <a:lstStyle/>
          <a:p>
            <a:pPr indent="0" lvl="0" marL="0" marR="0" rtl="0" algn="l">
              <a:lnSpc>
                <a:spcPct val="139873"/>
              </a:lnSpc>
              <a:spcBef>
                <a:spcPts val="0"/>
              </a:spcBef>
              <a:spcAft>
                <a:spcPts val="0"/>
              </a:spcAft>
              <a:buClr>
                <a:srgbClr val="FFFFFF"/>
              </a:buClr>
              <a:buSzPts val="1580"/>
              <a:buFont typeface="Montserrat"/>
              <a:buNone/>
            </a:pPr>
            <a:r>
              <a:rPr b="0" i="0" lang="en-US" sz="1580" u="none" cap="none" strike="noStrike">
                <a:solidFill>
                  <a:srgbClr val="FFFFFF"/>
                </a:solidFill>
                <a:latin typeface="Montserrat"/>
                <a:ea typeface="Montserrat"/>
                <a:cs typeface="Montserrat"/>
                <a:sym typeface="Montserrat"/>
              </a:rPr>
              <a:t>PAGE </a:t>
            </a:r>
            <a:r>
              <a:rPr lang="en-US" sz="1580">
                <a:solidFill>
                  <a:srgbClr val="FFFFFF"/>
                </a:solidFill>
                <a:latin typeface="Montserrat"/>
                <a:ea typeface="Montserrat"/>
                <a:cs typeface="Montserrat"/>
                <a:sym typeface="Montserrat"/>
              </a:rPr>
              <a:t>13</a:t>
            </a:r>
            <a:endParaRPr b="0" i="0" sz="1580" u="none" cap="none" strike="noStrike">
              <a:solidFill>
                <a:srgbClr val="FFFFFF"/>
              </a:solidFill>
              <a:latin typeface="Montserrat"/>
              <a:ea typeface="Montserrat"/>
              <a:cs typeface="Montserrat"/>
              <a:sym typeface="Montserrat"/>
            </a:endParaRPr>
          </a:p>
        </p:txBody>
      </p:sp>
      <p:sp>
        <p:nvSpPr>
          <p:cNvPr id="272" name="Google Shape;272;p25"/>
          <p:cNvSpPr/>
          <p:nvPr/>
        </p:nvSpPr>
        <p:spPr>
          <a:xfrm>
            <a:off x="8443030" y="2477565"/>
            <a:ext cx="7729200" cy="1123200"/>
          </a:xfrm>
          <a:prstGeom prst="rect">
            <a:avLst/>
          </a:prstGeom>
          <a:noFill/>
          <a:ln>
            <a:noFill/>
          </a:ln>
        </p:spPr>
        <p:txBody>
          <a:bodyPr anchorCtr="0" anchor="t" bIns="0" lIns="0" spcFirstLastPara="1" rIns="0" wrap="square" tIns="0">
            <a:noAutofit/>
          </a:bodyPr>
          <a:lstStyle/>
          <a:p>
            <a:pPr indent="0" lvl="0" marL="0" marR="0" rtl="0" algn="l">
              <a:lnSpc>
                <a:spcPct val="131023"/>
              </a:lnSpc>
              <a:spcBef>
                <a:spcPts val="0"/>
              </a:spcBef>
              <a:spcAft>
                <a:spcPts val="0"/>
              </a:spcAft>
              <a:buClr>
                <a:srgbClr val="FFFFFF"/>
              </a:buClr>
              <a:buSzPts val="6869"/>
              <a:buFont typeface="Montserrat"/>
              <a:buNone/>
            </a:pPr>
            <a:r>
              <a:rPr b="1" i="1" lang="en-US" sz="6869" u="sng">
                <a:solidFill>
                  <a:schemeClr val="accent1"/>
                </a:solidFill>
                <a:latin typeface="Montserrat"/>
                <a:ea typeface="Montserrat"/>
                <a:cs typeface="Montserrat"/>
                <a:sym typeface="Montserrat"/>
              </a:rPr>
              <a:t>CONCLUSION</a:t>
            </a:r>
            <a:endParaRPr b="1" i="1" sz="6869" u="sng" cap="none" strike="noStrike">
              <a:solidFill>
                <a:schemeClr val="accent1"/>
              </a:solidFill>
              <a:latin typeface="Montserrat"/>
              <a:ea typeface="Montserrat"/>
              <a:cs typeface="Montserrat"/>
              <a:sym typeface="Montserrat"/>
            </a:endParaRPr>
          </a:p>
        </p:txBody>
      </p:sp>
      <p:sp>
        <p:nvSpPr>
          <p:cNvPr id="273" name="Google Shape;273;p25"/>
          <p:cNvSpPr/>
          <p:nvPr/>
        </p:nvSpPr>
        <p:spPr>
          <a:xfrm>
            <a:off x="8564880" y="4516120"/>
            <a:ext cx="485140" cy="476250"/>
          </a:xfrm>
          <a:custGeom>
            <a:rect b="b" l="l" r="r" t="t"/>
            <a:pathLst>
              <a:path extrusionOk="0" h="476250" w="485140">
                <a:moveTo>
                  <a:pt x="0" y="0"/>
                </a:moveTo>
                <a:lnTo>
                  <a:pt x="485140" y="0"/>
                </a:lnTo>
                <a:lnTo>
                  <a:pt x="485140" y="476250"/>
                </a:lnTo>
                <a:lnTo>
                  <a:pt x="0" y="476250"/>
                </a:lnTo>
                <a:lnTo>
                  <a:pt x="0" y="0"/>
                </a:lnTo>
                <a:close/>
              </a:path>
            </a:pathLst>
          </a:custGeom>
          <a:blipFill rotWithShape="1">
            <a:blip r:embed="rId5">
              <a:alphaModFix/>
            </a:blip>
            <a:stretch>
              <a:fillRect b="0" l="0" r="0" t="0"/>
            </a:stretch>
          </a:blipFill>
          <a:ln>
            <a:noFill/>
          </a:ln>
        </p:spPr>
      </p:sp>
      <p:sp>
        <p:nvSpPr>
          <p:cNvPr id="274" name="Google Shape;274;p25"/>
          <p:cNvSpPr/>
          <p:nvPr/>
        </p:nvSpPr>
        <p:spPr>
          <a:xfrm>
            <a:off x="9239885" y="5162550"/>
            <a:ext cx="6527165" cy="102616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US" sz="1560">
                <a:solidFill>
                  <a:srgbClr val="FFFFFF"/>
                </a:solidFill>
                <a:latin typeface="Montserrat"/>
                <a:ea typeface="Montserrat"/>
                <a:cs typeface="Montserrat"/>
                <a:sym typeface="Montserrat"/>
              </a:rPr>
              <a:t>✓ Simulateur complet</a:t>
            </a:r>
            <a:endParaRPr sz="1560">
              <a:solidFill>
                <a:srgbClr val="FFFFFF"/>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US" sz="1560">
                <a:solidFill>
                  <a:srgbClr val="FFFFFF"/>
                </a:solidFill>
                <a:latin typeface="Montserrat"/>
                <a:ea typeface="Montserrat"/>
                <a:cs typeface="Montserrat"/>
                <a:sym typeface="Montserrat"/>
              </a:rPr>
              <a:t>✓ IDE intégré</a:t>
            </a:r>
            <a:endParaRPr sz="1560">
              <a:solidFill>
                <a:srgbClr val="FFFFFF"/>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US" sz="1560">
                <a:solidFill>
                  <a:srgbClr val="FFFFFF"/>
                </a:solidFill>
                <a:latin typeface="Montserrat"/>
                <a:ea typeface="Montserrat"/>
                <a:cs typeface="Montserrat"/>
                <a:sym typeface="Montserrat"/>
              </a:rPr>
              <a:t>✓ Outil pédagogique</a:t>
            </a:r>
            <a:endParaRPr sz="1560">
              <a:solidFill>
                <a:srgbClr val="FFFFFF"/>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US" sz="1560">
                <a:solidFill>
                  <a:srgbClr val="FFFFFF"/>
                </a:solidFill>
                <a:latin typeface="Montserrat"/>
                <a:ea typeface="Montserrat"/>
                <a:cs typeface="Montserrat"/>
                <a:sym typeface="Montserrat"/>
              </a:rPr>
              <a:t>✓ Interface intuitive</a:t>
            </a:r>
            <a:endParaRPr sz="1560">
              <a:solidFill>
                <a:srgbClr val="FFFFFF"/>
              </a:solidFill>
              <a:latin typeface="Montserrat"/>
              <a:ea typeface="Montserrat"/>
              <a:cs typeface="Montserrat"/>
              <a:sym typeface="Montserrat"/>
            </a:endParaRPr>
          </a:p>
          <a:p>
            <a:pPr indent="0" lvl="0" marL="0" marR="0" rtl="0" algn="l">
              <a:lnSpc>
                <a:spcPct val="130769"/>
              </a:lnSpc>
              <a:spcBef>
                <a:spcPts val="0"/>
              </a:spcBef>
              <a:spcAft>
                <a:spcPts val="0"/>
              </a:spcAft>
              <a:buClr>
                <a:srgbClr val="FFFFFF"/>
              </a:buClr>
              <a:buSzPts val="1560"/>
              <a:buFont typeface="Montserrat"/>
              <a:buNone/>
            </a:pPr>
            <a:r>
              <a:t/>
            </a:r>
            <a:endParaRPr sz="1560">
              <a:solidFill>
                <a:srgbClr val="FFFFFF"/>
              </a:solidFill>
              <a:latin typeface="Montserrat"/>
              <a:ea typeface="Montserrat"/>
              <a:cs typeface="Montserrat"/>
              <a:sym typeface="Montserrat"/>
            </a:endParaRPr>
          </a:p>
        </p:txBody>
      </p:sp>
      <p:sp>
        <p:nvSpPr>
          <p:cNvPr id="275" name="Google Shape;275;p25"/>
          <p:cNvSpPr/>
          <p:nvPr/>
        </p:nvSpPr>
        <p:spPr>
          <a:xfrm>
            <a:off x="9236075" y="4570100"/>
            <a:ext cx="4518600" cy="368400"/>
          </a:xfrm>
          <a:prstGeom prst="rect">
            <a:avLst/>
          </a:prstGeom>
          <a:noFill/>
          <a:ln>
            <a:noFill/>
          </a:ln>
        </p:spPr>
        <p:txBody>
          <a:bodyPr anchorCtr="0" anchor="t" bIns="0" lIns="0" spcFirstLastPara="1" rIns="0" wrap="square" tIns="0">
            <a:noAutofit/>
          </a:bodyPr>
          <a:lstStyle/>
          <a:p>
            <a:pPr indent="0" lvl="0" marL="0" marR="0" rtl="0" algn="l">
              <a:lnSpc>
                <a:spcPct val="130973"/>
              </a:lnSpc>
              <a:spcBef>
                <a:spcPts val="0"/>
              </a:spcBef>
              <a:spcAft>
                <a:spcPts val="0"/>
              </a:spcAft>
              <a:buClr>
                <a:srgbClr val="FFFFFF"/>
              </a:buClr>
              <a:buSzPts val="2260"/>
              <a:buFont typeface="Montserrat"/>
              <a:buNone/>
            </a:pPr>
            <a:r>
              <a:rPr b="1" lang="en-US" sz="2260">
                <a:solidFill>
                  <a:srgbClr val="FFFFFF"/>
                </a:solidFill>
                <a:latin typeface="Montserrat"/>
                <a:ea typeface="Montserrat"/>
                <a:cs typeface="Montserrat"/>
                <a:sym typeface="Montserrat"/>
              </a:rPr>
              <a:t>Objectifs Atteints :</a:t>
            </a:r>
            <a:endParaRPr b="1" i="0" sz="2260" u="none" cap="none" strike="noStrike">
              <a:solidFill>
                <a:srgbClr val="FFFFFF"/>
              </a:solidFill>
              <a:latin typeface="Montserrat"/>
              <a:ea typeface="Montserrat"/>
              <a:cs typeface="Montserrat"/>
              <a:sym typeface="Montserrat"/>
            </a:endParaRPr>
          </a:p>
        </p:txBody>
      </p:sp>
      <p:sp>
        <p:nvSpPr>
          <p:cNvPr id="276" name="Google Shape;276;p25"/>
          <p:cNvSpPr/>
          <p:nvPr/>
        </p:nvSpPr>
        <p:spPr>
          <a:xfrm>
            <a:off x="8564880" y="6595110"/>
            <a:ext cx="485140" cy="476885"/>
          </a:xfrm>
          <a:custGeom>
            <a:rect b="b" l="l" r="r" t="t"/>
            <a:pathLst>
              <a:path extrusionOk="0" h="476885" w="485140">
                <a:moveTo>
                  <a:pt x="0" y="0"/>
                </a:moveTo>
                <a:lnTo>
                  <a:pt x="485140" y="0"/>
                </a:lnTo>
                <a:lnTo>
                  <a:pt x="485140" y="476885"/>
                </a:lnTo>
                <a:lnTo>
                  <a:pt x="0" y="476885"/>
                </a:lnTo>
                <a:lnTo>
                  <a:pt x="0" y="0"/>
                </a:lnTo>
                <a:close/>
              </a:path>
            </a:pathLst>
          </a:custGeom>
          <a:blipFill rotWithShape="1">
            <a:blip r:embed="rId5">
              <a:alphaModFix/>
            </a:blip>
            <a:stretch>
              <a:fillRect b="0" l="0" r="0" t="0"/>
            </a:stretch>
          </a:blipFill>
          <a:ln>
            <a:noFill/>
          </a:ln>
        </p:spPr>
      </p:sp>
      <p:sp>
        <p:nvSpPr>
          <p:cNvPr id="277" name="Google Shape;277;p25"/>
          <p:cNvSpPr/>
          <p:nvPr/>
        </p:nvSpPr>
        <p:spPr>
          <a:xfrm>
            <a:off x="9239885" y="7241540"/>
            <a:ext cx="6527165" cy="102616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US" sz="1560">
                <a:solidFill>
                  <a:srgbClr val="FFFFFF"/>
                </a:solidFill>
                <a:latin typeface="Montserrat"/>
                <a:ea typeface="Montserrat"/>
                <a:cs typeface="Montserrat"/>
                <a:sym typeface="Montserrat"/>
              </a:rPr>
              <a:t>Architecture microprocesseurs</a:t>
            </a:r>
            <a:endParaRPr sz="1560">
              <a:solidFill>
                <a:srgbClr val="FFFFFF"/>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US" sz="1560">
                <a:solidFill>
                  <a:srgbClr val="FFFFFF"/>
                </a:solidFill>
                <a:latin typeface="Montserrat"/>
                <a:ea typeface="Montserrat"/>
                <a:cs typeface="Montserrat"/>
                <a:sym typeface="Montserrat"/>
              </a:rPr>
              <a:t>Programmation assembleur</a:t>
            </a:r>
            <a:endParaRPr sz="1560">
              <a:solidFill>
                <a:srgbClr val="FFFFFF"/>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US" sz="1560">
                <a:solidFill>
                  <a:srgbClr val="FFFFFF"/>
                </a:solidFill>
                <a:latin typeface="Montserrat"/>
                <a:ea typeface="Montserrat"/>
                <a:cs typeface="Montserrat"/>
                <a:sym typeface="Montserrat"/>
              </a:rPr>
              <a:t>Java Swing</a:t>
            </a:r>
            <a:endParaRPr sz="1560">
              <a:solidFill>
                <a:srgbClr val="FFFFFF"/>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US" sz="1560">
                <a:solidFill>
                  <a:srgbClr val="FFFFFF"/>
                </a:solidFill>
                <a:latin typeface="Montserrat"/>
                <a:ea typeface="Montserrat"/>
                <a:cs typeface="Montserrat"/>
                <a:sym typeface="Montserrat"/>
              </a:rPr>
              <a:t>Patterns MVC/Observer</a:t>
            </a:r>
            <a:endParaRPr sz="1560">
              <a:solidFill>
                <a:srgbClr val="FFFFFF"/>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US" sz="1560">
                <a:solidFill>
                  <a:srgbClr val="FFFFFF"/>
                </a:solidFill>
                <a:latin typeface="Montserrat"/>
                <a:ea typeface="Montserrat"/>
                <a:cs typeface="Montserrat"/>
                <a:sym typeface="Montserrat"/>
              </a:rPr>
              <a:t>Parsing et compilation</a:t>
            </a:r>
            <a:endParaRPr sz="1560">
              <a:solidFill>
                <a:srgbClr val="FFFFFF"/>
              </a:solidFill>
              <a:latin typeface="Montserrat"/>
              <a:ea typeface="Montserrat"/>
              <a:cs typeface="Montserrat"/>
              <a:sym typeface="Montserrat"/>
            </a:endParaRPr>
          </a:p>
          <a:p>
            <a:pPr indent="0" lvl="0" marL="0" marR="0" rtl="0" algn="l">
              <a:lnSpc>
                <a:spcPct val="130769"/>
              </a:lnSpc>
              <a:spcBef>
                <a:spcPts val="0"/>
              </a:spcBef>
              <a:spcAft>
                <a:spcPts val="0"/>
              </a:spcAft>
              <a:buClr>
                <a:srgbClr val="FFFFFF"/>
              </a:buClr>
              <a:buSzPts val="1560"/>
              <a:buFont typeface="Montserrat"/>
              <a:buNone/>
            </a:pPr>
            <a:r>
              <a:t/>
            </a:r>
            <a:endParaRPr sz="1560">
              <a:solidFill>
                <a:srgbClr val="FFFFFF"/>
              </a:solidFill>
              <a:latin typeface="Montserrat"/>
              <a:ea typeface="Montserrat"/>
              <a:cs typeface="Montserrat"/>
              <a:sym typeface="Montserrat"/>
            </a:endParaRPr>
          </a:p>
        </p:txBody>
      </p:sp>
      <p:sp>
        <p:nvSpPr>
          <p:cNvPr id="278" name="Google Shape;278;p25"/>
          <p:cNvSpPr/>
          <p:nvPr/>
        </p:nvSpPr>
        <p:spPr>
          <a:xfrm>
            <a:off x="9236075" y="6635115"/>
            <a:ext cx="4518600" cy="368400"/>
          </a:xfrm>
          <a:prstGeom prst="rect">
            <a:avLst/>
          </a:prstGeom>
          <a:noFill/>
          <a:ln>
            <a:noFill/>
          </a:ln>
        </p:spPr>
        <p:txBody>
          <a:bodyPr anchorCtr="0" anchor="t" bIns="0" lIns="0" spcFirstLastPara="1" rIns="0" wrap="square" tIns="0">
            <a:noAutofit/>
          </a:bodyPr>
          <a:lstStyle/>
          <a:p>
            <a:pPr indent="0" lvl="0" marL="0" marR="0" rtl="0" algn="l">
              <a:lnSpc>
                <a:spcPct val="130973"/>
              </a:lnSpc>
              <a:spcBef>
                <a:spcPts val="0"/>
              </a:spcBef>
              <a:spcAft>
                <a:spcPts val="0"/>
              </a:spcAft>
              <a:buClr>
                <a:srgbClr val="FFFFFF"/>
              </a:buClr>
              <a:buSzPts val="2260"/>
              <a:buFont typeface="Montserrat"/>
              <a:buNone/>
            </a:pPr>
            <a:r>
              <a:rPr b="1" lang="en-US" sz="2260">
                <a:solidFill>
                  <a:srgbClr val="FFFFFF"/>
                </a:solidFill>
                <a:latin typeface="Montserrat"/>
                <a:ea typeface="Montserrat"/>
                <a:cs typeface="Montserrat"/>
                <a:sym typeface="Montserrat"/>
              </a:rPr>
              <a:t>Compétences Développées :</a:t>
            </a:r>
            <a:endParaRPr b="1" i="0" sz="2260" u="none" cap="none" strike="noStrike">
              <a:solidFill>
                <a:srgbClr val="FFFFFF"/>
              </a:solidFill>
              <a:latin typeface="Montserrat"/>
              <a:ea typeface="Montserrat"/>
              <a:cs typeface="Montserrat"/>
              <a:sym typeface="Montserrat"/>
            </a:endParaRPr>
          </a:p>
        </p:txBody>
      </p:sp>
      <p:sp>
        <p:nvSpPr>
          <p:cNvPr id="279" name="Google Shape;279;p25"/>
          <p:cNvSpPr txBox="1"/>
          <p:nvPr/>
        </p:nvSpPr>
        <p:spPr>
          <a:xfrm>
            <a:off x="8564875" y="4365750"/>
            <a:ext cx="364500" cy="66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100"/>
              </a:spcAft>
              <a:buNone/>
            </a:pPr>
            <a:r>
              <a:rPr b="1" lang="en-US" sz="3100">
                <a:solidFill>
                  <a:srgbClr val="9D4EDD"/>
                </a:solidFill>
              </a:rPr>
              <a:t>🎓</a:t>
            </a:r>
            <a:endParaRPr b="1" sz="3100">
              <a:solidFill>
                <a:srgbClr val="9D4EDD"/>
              </a:solidFill>
            </a:endParaRPr>
          </a:p>
        </p:txBody>
      </p:sp>
      <p:pic>
        <p:nvPicPr>
          <p:cNvPr id="280" name="Google Shape;280;p25" title="03466fd822648ba64f9d42f379b6815f.jpg"/>
          <p:cNvPicPr preferRelativeResize="0"/>
          <p:nvPr/>
        </p:nvPicPr>
        <p:blipFill>
          <a:blip r:embed="rId6">
            <a:alphaModFix/>
          </a:blip>
          <a:stretch>
            <a:fillRect/>
          </a:stretch>
        </p:blipFill>
        <p:spPr>
          <a:xfrm>
            <a:off x="0" y="2123550"/>
            <a:ext cx="8378825" cy="5561988"/>
          </a:xfrm>
          <a:prstGeom prst="flowChartPreparation">
            <a:avLst/>
          </a:prstGeom>
          <a:noFill/>
          <a:ln>
            <a:noFill/>
          </a:ln>
          <a:effectLst>
            <a:reflection blurRad="0" dir="5400000" dist="38100" endA="0" endPos="30000" fadeDir="5400012" kx="0" rotWithShape="0" algn="bl" stPos="0" sy="-100000" ky="0"/>
          </a:effectLst>
        </p:spPr>
      </p:pic>
      <p:pic>
        <p:nvPicPr>
          <p:cNvPr id="281" name="Google Shape;281;p25" title="4827123b437699a9ba8e8feb1537e255.jpg"/>
          <p:cNvPicPr preferRelativeResize="0"/>
          <p:nvPr/>
        </p:nvPicPr>
        <p:blipFill>
          <a:blip r:embed="rId7">
            <a:alphaModFix/>
          </a:blip>
          <a:stretch>
            <a:fillRect/>
          </a:stretch>
        </p:blipFill>
        <p:spPr>
          <a:xfrm>
            <a:off x="661275" y="6041100"/>
            <a:ext cx="3417296" cy="1644450"/>
          </a:xfrm>
          <a:prstGeom prst="flowChartPreparation">
            <a:avLst/>
          </a:prstGeom>
          <a:noFill/>
          <a:ln>
            <a:noFill/>
          </a:ln>
          <a:effectLst>
            <a:reflection blurRad="0" dir="5400000" dist="38100" endA="0" endPos="30000" fadeDir="5400012" kx="0" rotWithShape="0" algn="bl" stPos="0" sy="-100000" ky="0"/>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80"/>
                                        </p:tgtEl>
                                        <p:attrNameLst>
                                          <p:attrName>style.visibility</p:attrName>
                                        </p:attrNameLst>
                                      </p:cBhvr>
                                      <p:to>
                                        <p:strVal val="visible"/>
                                      </p:to>
                                    </p:set>
                                    <p:anim calcmode="lin" valueType="num">
                                      <p:cBhvr additive="base">
                                        <p:cTn dur="1000"/>
                                        <p:tgtEl>
                                          <p:spTgt spid="280"/>
                                        </p:tgtEl>
                                        <p:attrNameLst>
                                          <p:attrName>ppt_w</p:attrName>
                                        </p:attrNameLst>
                                      </p:cBhvr>
                                      <p:tavLst>
                                        <p:tav fmla="" tm="0">
                                          <p:val>
                                            <p:strVal val="0"/>
                                          </p:val>
                                        </p:tav>
                                        <p:tav fmla="" tm="100000">
                                          <p:val>
                                            <p:strVal val="#ppt_w"/>
                                          </p:val>
                                        </p:tav>
                                      </p:tavLst>
                                    </p:anim>
                                    <p:anim calcmode="lin" valueType="num">
                                      <p:cBhvr additive="base">
                                        <p:cTn dur="1000"/>
                                        <p:tgtEl>
                                          <p:spTgt spid="28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81"/>
                                        </p:tgtEl>
                                        <p:attrNameLst>
                                          <p:attrName>style.visibility</p:attrName>
                                        </p:attrNameLst>
                                      </p:cBhvr>
                                      <p:to>
                                        <p:strVal val="visible"/>
                                      </p:to>
                                    </p:set>
                                    <p:anim calcmode="lin" valueType="num">
                                      <p:cBhvr additive="base">
                                        <p:cTn dur="1000"/>
                                        <p:tgtEl>
                                          <p:spTgt spid="281"/>
                                        </p:tgtEl>
                                        <p:attrNameLst>
                                          <p:attrName>ppt_w</p:attrName>
                                        </p:attrNameLst>
                                      </p:cBhvr>
                                      <p:tavLst>
                                        <p:tav fmla="" tm="0">
                                          <p:val>
                                            <p:strVal val="0"/>
                                          </p:val>
                                        </p:tav>
                                        <p:tav fmla="" tm="100000">
                                          <p:val>
                                            <p:strVal val="#ppt_w"/>
                                          </p:val>
                                        </p:tav>
                                      </p:tavLst>
                                    </p:anim>
                                    <p:anim calcmode="lin" valueType="num">
                                      <p:cBhvr additive="base">
                                        <p:cTn dur="1000"/>
                                        <p:tgtEl>
                                          <p:spTgt spid="281"/>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179" r="-179" t="0"/>
            </a:stretch>
          </a:blipFill>
          <a:ln>
            <a:noFill/>
          </a:ln>
        </p:spPr>
      </p:sp>
      <p:sp>
        <p:nvSpPr>
          <p:cNvPr id="287" name="Google Shape;287;p26"/>
          <p:cNvSpPr/>
          <p:nvPr/>
        </p:nvSpPr>
        <p:spPr>
          <a:xfrm>
            <a:off x="2078990" y="697865"/>
            <a:ext cx="643255" cy="643255"/>
          </a:xfrm>
          <a:custGeom>
            <a:rect b="b" l="l" r="r" t="t"/>
            <a:pathLst>
              <a:path extrusionOk="0" h="643255" w="643255">
                <a:moveTo>
                  <a:pt x="0" y="0"/>
                </a:moveTo>
                <a:lnTo>
                  <a:pt x="643254" y="0"/>
                </a:lnTo>
                <a:lnTo>
                  <a:pt x="643254" y="643254"/>
                </a:lnTo>
                <a:lnTo>
                  <a:pt x="0" y="643254"/>
                </a:lnTo>
                <a:lnTo>
                  <a:pt x="0" y="0"/>
                </a:lnTo>
                <a:close/>
              </a:path>
            </a:pathLst>
          </a:custGeom>
          <a:blipFill rotWithShape="1">
            <a:blip r:embed="rId4">
              <a:alphaModFix/>
            </a:blip>
            <a:stretch>
              <a:fillRect b="0" l="0" r="0" t="0"/>
            </a:stretch>
          </a:blipFill>
          <a:ln>
            <a:noFill/>
          </a:ln>
        </p:spPr>
      </p:sp>
      <p:sp>
        <p:nvSpPr>
          <p:cNvPr id="288" name="Google Shape;288;p26"/>
          <p:cNvSpPr/>
          <p:nvPr/>
        </p:nvSpPr>
        <p:spPr>
          <a:xfrm>
            <a:off x="2604770" y="3286125"/>
            <a:ext cx="13277850" cy="4418330"/>
          </a:xfrm>
          <a:custGeom>
            <a:rect b="b" l="l" r="r" t="t"/>
            <a:pathLst>
              <a:path extrusionOk="0" h="4418330" w="13277850">
                <a:moveTo>
                  <a:pt x="0" y="0"/>
                </a:moveTo>
                <a:lnTo>
                  <a:pt x="13277850" y="0"/>
                </a:lnTo>
                <a:lnTo>
                  <a:pt x="13277850" y="4418329"/>
                </a:lnTo>
                <a:lnTo>
                  <a:pt x="0" y="4418329"/>
                </a:lnTo>
                <a:lnTo>
                  <a:pt x="0" y="0"/>
                </a:lnTo>
                <a:close/>
              </a:path>
            </a:pathLst>
          </a:custGeom>
          <a:blipFill rotWithShape="1">
            <a:blip r:embed="rId5">
              <a:alphaModFix/>
            </a:blip>
            <a:stretch>
              <a:fillRect b="0" l="0" r="0" t="0"/>
            </a:stretch>
          </a:blipFill>
          <a:ln>
            <a:noFill/>
          </a:ln>
        </p:spPr>
      </p:sp>
      <p:sp>
        <p:nvSpPr>
          <p:cNvPr id="289" name="Google Shape;289;p26"/>
          <p:cNvSpPr/>
          <p:nvPr/>
        </p:nvSpPr>
        <p:spPr>
          <a:xfrm>
            <a:off x="5500325" y="4554900"/>
            <a:ext cx="8790300" cy="1276200"/>
          </a:xfrm>
          <a:prstGeom prst="rect">
            <a:avLst/>
          </a:prstGeom>
          <a:noFill/>
          <a:ln>
            <a:noFill/>
          </a:ln>
        </p:spPr>
        <p:txBody>
          <a:bodyPr anchorCtr="0" anchor="t" bIns="0" lIns="0" spcFirstLastPara="1" rIns="0" wrap="square" tIns="0">
            <a:noAutofit/>
          </a:bodyPr>
          <a:lstStyle/>
          <a:p>
            <a:pPr indent="0" lvl="0" marL="0" marR="0" rtl="0" algn="l">
              <a:lnSpc>
                <a:spcPct val="131022"/>
              </a:lnSpc>
              <a:spcBef>
                <a:spcPts val="0"/>
              </a:spcBef>
              <a:spcAft>
                <a:spcPts val="0"/>
              </a:spcAft>
              <a:buClr>
                <a:srgbClr val="FFFFFF"/>
              </a:buClr>
              <a:buSzPts val="8945"/>
              <a:buFont typeface="Montserrat"/>
              <a:buNone/>
            </a:pPr>
            <a:r>
              <a:rPr b="1" lang="en-US" sz="4845">
                <a:solidFill>
                  <a:srgbClr val="FFFFFF"/>
                </a:solidFill>
                <a:latin typeface="Montserrat"/>
                <a:ea typeface="Montserrat"/>
                <a:cs typeface="Montserrat"/>
                <a:sym typeface="Montserrat"/>
              </a:rPr>
              <a:t>       </a:t>
            </a:r>
            <a:r>
              <a:rPr b="1" lang="en-US" sz="5745">
                <a:solidFill>
                  <a:srgbClr val="FFFFFF"/>
                </a:solidFill>
                <a:latin typeface="Montserrat"/>
                <a:ea typeface="Montserrat"/>
                <a:cs typeface="Montserrat"/>
                <a:sym typeface="Montserrat"/>
              </a:rPr>
              <a:t>💬 Questions ?</a:t>
            </a:r>
            <a:endParaRPr b="1" i="0" sz="5745"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179" r="-179" t="0"/>
            </a:stretch>
          </a:blipFill>
          <a:ln>
            <a:noFill/>
          </a:ln>
        </p:spPr>
      </p:sp>
      <p:sp>
        <p:nvSpPr>
          <p:cNvPr id="295" name="Google Shape;295;p27"/>
          <p:cNvSpPr/>
          <p:nvPr/>
        </p:nvSpPr>
        <p:spPr>
          <a:xfrm>
            <a:off x="2078990" y="697865"/>
            <a:ext cx="643255" cy="643255"/>
          </a:xfrm>
          <a:custGeom>
            <a:rect b="b" l="l" r="r" t="t"/>
            <a:pathLst>
              <a:path extrusionOk="0" h="643255" w="643255">
                <a:moveTo>
                  <a:pt x="0" y="0"/>
                </a:moveTo>
                <a:lnTo>
                  <a:pt x="643254" y="0"/>
                </a:lnTo>
                <a:lnTo>
                  <a:pt x="643254" y="643254"/>
                </a:lnTo>
                <a:lnTo>
                  <a:pt x="0" y="643254"/>
                </a:lnTo>
                <a:lnTo>
                  <a:pt x="0" y="0"/>
                </a:lnTo>
                <a:close/>
              </a:path>
            </a:pathLst>
          </a:custGeom>
          <a:blipFill rotWithShape="1">
            <a:blip r:embed="rId4">
              <a:alphaModFix/>
            </a:blip>
            <a:stretch>
              <a:fillRect b="0" l="0" r="0" t="0"/>
            </a:stretch>
          </a:blipFill>
          <a:ln>
            <a:noFill/>
          </a:ln>
        </p:spPr>
      </p:sp>
      <p:sp>
        <p:nvSpPr>
          <p:cNvPr id="296" name="Google Shape;296;p27"/>
          <p:cNvSpPr/>
          <p:nvPr/>
        </p:nvSpPr>
        <p:spPr>
          <a:xfrm>
            <a:off x="2604770" y="3286125"/>
            <a:ext cx="13277850" cy="4418330"/>
          </a:xfrm>
          <a:custGeom>
            <a:rect b="b" l="l" r="r" t="t"/>
            <a:pathLst>
              <a:path extrusionOk="0" h="4418330" w="13277850">
                <a:moveTo>
                  <a:pt x="0" y="0"/>
                </a:moveTo>
                <a:lnTo>
                  <a:pt x="13277850" y="0"/>
                </a:lnTo>
                <a:lnTo>
                  <a:pt x="13277850" y="4418329"/>
                </a:lnTo>
                <a:lnTo>
                  <a:pt x="0" y="4418329"/>
                </a:lnTo>
                <a:lnTo>
                  <a:pt x="0" y="0"/>
                </a:lnTo>
                <a:close/>
              </a:path>
            </a:pathLst>
          </a:custGeom>
          <a:blipFill rotWithShape="1">
            <a:blip r:embed="rId5">
              <a:alphaModFix/>
            </a:blip>
            <a:stretch>
              <a:fillRect b="0" l="0" r="0" t="0"/>
            </a:stretch>
          </a:blipFill>
          <a:ln>
            <a:noFill/>
          </a:ln>
        </p:spPr>
      </p:sp>
      <p:sp>
        <p:nvSpPr>
          <p:cNvPr id="297" name="Google Shape;297;p27"/>
          <p:cNvSpPr/>
          <p:nvPr/>
        </p:nvSpPr>
        <p:spPr>
          <a:xfrm>
            <a:off x="5450700" y="4554899"/>
            <a:ext cx="8677800" cy="1177200"/>
          </a:xfrm>
          <a:prstGeom prst="rect">
            <a:avLst/>
          </a:prstGeom>
          <a:noFill/>
          <a:ln>
            <a:noFill/>
          </a:ln>
        </p:spPr>
        <p:txBody>
          <a:bodyPr anchorCtr="0" anchor="t" bIns="0" lIns="0" spcFirstLastPara="1" rIns="0" wrap="square" tIns="0">
            <a:noAutofit/>
          </a:bodyPr>
          <a:lstStyle/>
          <a:p>
            <a:pPr indent="0" lvl="0" marL="0" marR="0" rtl="0" algn="ctr">
              <a:lnSpc>
                <a:spcPct val="131022"/>
              </a:lnSpc>
              <a:spcBef>
                <a:spcPts val="0"/>
              </a:spcBef>
              <a:spcAft>
                <a:spcPts val="0"/>
              </a:spcAft>
              <a:buClr>
                <a:srgbClr val="FFFFFF"/>
              </a:buClr>
              <a:buSzPts val="8945"/>
              <a:buFont typeface="Montserrat"/>
              <a:buNone/>
            </a:pPr>
            <a:r>
              <a:rPr b="1" lang="en-US" sz="4845">
                <a:solidFill>
                  <a:srgbClr val="FFFFFF"/>
                </a:solidFill>
                <a:latin typeface="Montserrat"/>
                <a:ea typeface="Montserrat"/>
                <a:cs typeface="Montserrat"/>
                <a:sym typeface="Montserrat"/>
              </a:rPr>
              <a:t>Merci de votre attention !</a:t>
            </a:r>
            <a:r>
              <a:rPr b="1" i="0" lang="en-US" sz="4845" u="none" cap="none" strike="noStrike">
                <a:solidFill>
                  <a:srgbClr val="FFFFFF"/>
                </a:solidFill>
                <a:latin typeface="Montserrat"/>
                <a:ea typeface="Montserrat"/>
                <a:cs typeface="Montserrat"/>
                <a:sym typeface="Montserrat"/>
              </a:rPr>
              <a:t>!</a:t>
            </a:r>
            <a:endParaRPr b="1" i="0" sz="4845" u="none" cap="none" strike="noStrike">
              <a:solidFill>
                <a:srgbClr val="FFFFFF"/>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xmlns:r="http://schemas.openxmlformats.org/officeDocument/2006/relationships" name="Presentation">
  <a:themeElements>
    <a:clrScheme name="Presentation 1">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